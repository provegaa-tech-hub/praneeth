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64" r:id="rId5"/>
    <p:sldId id="258" r:id="rId6"/>
    <p:sldId id="259" r:id="rId7"/>
    <p:sldId id="260" r:id="rId8"/>
    <p:sldId id="261" r:id="rId9"/>
    <p:sldId id="262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>
      <p:cViewPr>
        <p:scale>
          <a:sx n="50" d="100"/>
          <a:sy n="50" d="100"/>
        </p:scale>
        <p:origin x="3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EB21C-CEB1-497D-AAC8-8378D23D45F8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CFDFD-D3FC-49B7-B10A-E1F64E4D18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6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9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07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CFDFD-D3FC-49B7-B10A-E1F64E4D187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850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690516"/>
            <a:ext cx="18287999" cy="559648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62446" y="0"/>
            <a:ext cx="3526154" cy="10287000"/>
          </a:xfrm>
          <a:custGeom>
            <a:avLst/>
            <a:gdLst/>
            <a:ahLst/>
            <a:cxnLst/>
            <a:rect l="l" t="t" r="r" b="b"/>
            <a:pathLst>
              <a:path w="3526155" h="10287000">
                <a:moveTo>
                  <a:pt x="3525554" y="10287000"/>
                </a:moveTo>
                <a:lnTo>
                  <a:pt x="2637709" y="10287000"/>
                </a:lnTo>
                <a:lnTo>
                  <a:pt x="0" y="0"/>
                </a:lnTo>
                <a:lnTo>
                  <a:pt x="3525554" y="0"/>
                </a:lnTo>
                <a:lnTo>
                  <a:pt x="3525554" y="10287000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02023" y="0"/>
            <a:ext cx="1585976" cy="612728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7023415" y="0"/>
            <a:ext cx="1264920" cy="4932045"/>
          </a:xfrm>
          <a:custGeom>
            <a:avLst/>
            <a:gdLst/>
            <a:ahLst/>
            <a:cxnLst/>
            <a:rect l="l" t="t" r="r" b="b"/>
            <a:pathLst>
              <a:path w="1264919" h="4932045">
                <a:moveTo>
                  <a:pt x="1264585" y="4931850"/>
                </a:moveTo>
                <a:lnTo>
                  <a:pt x="0" y="0"/>
                </a:lnTo>
                <a:lnTo>
                  <a:pt x="1264585" y="0"/>
                </a:lnTo>
                <a:lnTo>
                  <a:pt x="1264585" y="4931850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0930" y="0"/>
            <a:ext cx="1816856" cy="37787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412534"/>
            <a:ext cx="16256000" cy="1167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70590" y="2421540"/>
            <a:ext cx="7401559" cy="3342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1" i="0">
                <a:solidFill>
                  <a:srgbClr val="38505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2.svg"/><Relationship Id="rId5" Type="http://schemas.openxmlformats.org/officeDocument/2006/relationships/image" Target="../media/image7.pn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8287999" cy="10287001"/>
            <a:chOff x="0" y="-1"/>
            <a:chExt cx="18287999" cy="1028700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66380"/>
              <a:ext cx="18287999" cy="6620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637905" cy="10287000"/>
            </a:xfrm>
            <a:custGeom>
              <a:avLst/>
              <a:gdLst/>
              <a:ahLst/>
              <a:cxnLst/>
              <a:rect l="l" t="t" r="r" b="b"/>
              <a:pathLst>
                <a:path w="8637905" h="10287000">
                  <a:moveTo>
                    <a:pt x="8637590" y="10287000"/>
                  </a:moveTo>
                  <a:lnTo>
                    <a:pt x="751777" y="10286999"/>
                  </a:lnTo>
                  <a:lnTo>
                    <a:pt x="0" y="8160749"/>
                  </a:lnTo>
                  <a:lnTo>
                    <a:pt x="0" y="0"/>
                  </a:lnTo>
                  <a:lnTo>
                    <a:pt x="5000421" y="0"/>
                  </a:lnTo>
                  <a:lnTo>
                    <a:pt x="8637590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387" y="0"/>
              <a:ext cx="4098883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4824730" cy="10287000"/>
            </a:xfrm>
            <a:custGeom>
              <a:avLst/>
              <a:gdLst/>
              <a:ahLst/>
              <a:cxnLst/>
              <a:rect l="l" t="t" r="r" b="b"/>
              <a:pathLst>
                <a:path w="4824730" h="10287000">
                  <a:moveTo>
                    <a:pt x="482422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87055" y="0"/>
                  </a:lnTo>
                  <a:lnTo>
                    <a:pt x="4824224" y="1028699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816" y="1462288"/>
              <a:ext cx="6973020" cy="73581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2813" y="1462289"/>
              <a:ext cx="6972300" cy="7362190"/>
            </a:xfrm>
            <a:custGeom>
              <a:avLst/>
              <a:gdLst/>
              <a:ahLst/>
              <a:cxnLst/>
              <a:rect l="l" t="t" r="r" b="b"/>
              <a:pathLst>
                <a:path w="6972300" h="7362190">
                  <a:moveTo>
                    <a:pt x="6737358" y="7362124"/>
                  </a:moveTo>
                  <a:lnTo>
                    <a:pt x="6819738" y="7349327"/>
                  </a:lnTo>
                  <a:lnTo>
                    <a:pt x="6859327" y="7332954"/>
                  </a:lnTo>
                  <a:lnTo>
                    <a:pt x="6893618" y="7310904"/>
                  </a:lnTo>
                  <a:lnTo>
                    <a:pt x="6922249" y="7283685"/>
                  </a:lnTo>
                  <a:lnTo>
                    <a:pt x="6944855" y="7251807"/>
                  </a:lnTo>
                  <a:lnTo>
                    <a:pt x="6960935" y="7215721"/>
                  </a:lnTo>
                  <a:lnTo>
                    <a:pt x="6970402" y="7176094"/>
                  </a:lnTo>
                  <a:lnTo>
                    <a:pt x="6972302" y="7141797"/>
                  </a:lnTo>
                </a:path>
                <a:path w="6972300" h="7362190">
                  <a:moveTo>
                    <a:pt x="6972187" y="7128158"/>
                  </a:moveTo>
                  <a:lnTo>
                    <a:pt x="6967794" y="7087975"/>
                  </a:lnTo>
                  <a:lnTo>
                    <a:pt x="6954866" y="7040503"/>
                  </a:lnTo>
                  <a:lnTo>
                    <a:pt x="4944835" y="1309066"/>
                  </a:lnTo>
                  <a:lnTo>
                    <a:pt x="4928075" y="1268180"/>
                  </a:lnTo>
                  <a:lnTo>
                    <a:pt x="4906811" y="1227653"/>
                  </a:lnTo>
                  <a:lnTo>
                    <a:pt x="4881474" y="1187868"/>
                  </a:lnTo>
                  <a:lnTo>
                    <a:pt x="4852489" y="1149201"/>
                  </a:lnTo>
                  <a:lnTo>
                    <a:pt x="4820283" y="1112030"/>
                  </a:lnTo>
                  <a:lnTo>
                    <a:pt x="4785283" y="1076734"/>
                  </a:lnTo>
                  <a:lnTo>
                    <a:pt x="4747915" y="1043688"/>
                  </a:lnTo>
                  <a:lnTo>
                    <a:pt x="4708606" y="1013272"/>
                  </a:lnTo>
                  <a:lnTo>
                    <a:pt x="4667781" y="985863"/>
                  </a:lnTo>
                  <a:lnTo>
                    <a:pt x="4625868" y="961839"/>
                  </a:lnTo>
                  <a:lnTo>
                    <a:pt x="4583292" y="941577"/>
                  </a:lnTo>
                  <a:lnTo>
                    <a:pt x="4540480" y="925456"/>
                  </a:lnTo>
                  <a:lnTo>
                    <a:pt x="4497859" y="913853"/>
                  </a:lnTo>
                  <a:lnTo>
                    <a:pt x="333850" y="6978"/>
                  </a:lnTo>
                  <a:lnTo>
                    <a:pt x="284682" y="0"/>
                  </a:lnTo>
                  <a:lnTo>
                    <a:pt x="237694" y="583"/>
                  </a:lnTo>
                  <a:lnTo>
                    <a:pt x="193417" y="8306"/>
                  </a:lnTo>
                  <a:lnTo>
                    <a:pt x="152378" y="22742"/>
                  </a:lnTo>
                  <a:lnTo>
                    <a:pt x="115103" y="43468"/>
                  </a:lnTo>
                  <a:lnTo>
                    <a:pt x="82119" y="70058"/>
                  </a:lnTo>
                  <a:lnTo>
                    <a:pt x="53954" y="102086"/>
                  </a:lnTo>
                  <a:lnTo>
                    <a:pt x="31134" y="139127"/>
                  </a:lnTo>
                  <a:lnTo>
                    <a:pt x="14184" y="180757"/>
                  </a:lnTo>
                  <a:lnTo>
                    <a:pt x="3631" y="226549"/>
                  </a:lnTo>
                  <a:lnTo>
                    <a:pt x="0" y="276079"/>
                  </a:lnTo>
                  <a:lnTo>
                    <a:pt x="2" y="7021214"/>
                  </a:lnTo>
                  <a:lnTo>
                    <a:pt x="3131" y="7067419"/>
                  </a:lnTo>
                  <a:lnTo>
                    <a:pt x="12245" y="7111788"/>
                  </a:lnTo>
                  <a:lnTo>
                    <a:pt x="26938" y="7153905"/>
                  </a:lnTo>
                  <a:lnTo>
                    <a:pt x="46794" y="7193355"/>
                  </a:lnTo>
                  <a:lnTo>
                    <a:pt x="71399" y="7229721"/>
                  </a:lnTo>
                  <a:lnTo>
                    <a:pt x="100337" y="7262588"/>
                  </a:lnTo>
                  <a:lnTo>
                    <a:pt x="133193" y="7291541"/>
                  </a:lnTo>
                  <a:lnTo>
                    <a:pt x="169552" y="7316162"/>
                  </a:lnTo>
                  <a:lnTo>
                    <a:pt x="208999" y="7336037"/>
                  </a:lnTo>
                  <a:lnTo>
                    <a:pt x="251118" y="7350748"/>
                  </a:lnTo>
                  <a:lnTo>
                    <a:pt x="295493" y="7359881"/>
                  </a:lnTo>
                  <a:lnTo>
                    <a:pt x="329988" y="7362156"/>
                  </a:lnTo>
                </a:path>
              </a:pathLst>
            </a:custGeom>
            <a:ln w="228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58" y="-1"/>
              <a:ext cx="4542293" cy="102870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2405" y="8279164"/>
              <a:ext cx="970915" cy="978535"/>
            </a:xfrm>
            <a:custGeom>
              <a:avLst/>
              <a:gdLst/>
              <a:ahLst/>
              <a:cxnLst/>
              <a:rect l="l" t="t" r="r" b="b"/>
              <a:pathLst>
                <a:path w="970915" h="978534">
                  <a:moveTo>
                    <a:pt x="213325" y="61297"/>
                  </a:moveTo>
                  <a:lnTo>
                    <a:pt x="201394" y="58889"/>
                  </a:lnTo>
                  <a:lnTo>
                    <a:pt x="191652" y="52320"/>
                  </a:lnTo>
                  <a:lnTo>
                    <a:pt x="185084" y="42578"/>
                  </a:lnTo>
                  <a:lnTo>
                    <a:pt x="182676" y="30648"/>
                  </a:lnTo>
                  <a:lnTo>
                    <a:pt x="185084" y="18718"/>
                  </a:lnTo>
                  <a:lnTo>
                    <a:pt x="191652" y="8976"/>
                  </a:lnTo>
                  <a:lnTo>
                    <a:pt x="201394" y="2408"/>
                  </a:lnTo>
                  <a:lnTo>
                    <a:pt x="213325" y="0"/>
                  </a:lnTo>
                  <a:lnTo>
                    <a:pt x="225254" y="2408"/>
                  </a:lnTo>
                  <a:lnTo>
                    <a:pt x="234996" y="8976"/>
                  </a:lnTo>
                  <a:lnTo>
                    <a:pt x="241565" y="18718"/>
                  </a:lnTo>
                  <a:lnTo>
                    <a:pt x="243973" y="30648"/>
                  </a:lnTo>
                  <a:lnTo>
                    <a:pt x="241565" y="42578"/>
                  </a:lnTo>
                  <a:lnTo>
                    <a:pt x="234996" y="52320"/>
                  </a:lnTo>
                  <a:lnTo>
                    <a:pt x="225254" y="58889"/>
                  </a:lnTo>
                  <a:lnTo>
                    <a:pt x="213325" y="61297"/>
                  </a:lnTo>
                  <a:close/>
                </a:path>
                <a:path w="970915" h="978534">
                  <a:moveTo>
                    <a:pt x="30648" y="61297"/>
                  </a:moveTo>
                  <a:lnTo>
                    <a:pt x="18718" y="58889"/>
                  </a:lnTo>
                  <a:lnTo>
                    <a:pt x="8976" y="52320"/>
                  </a:lnTo>
                  <a:lnTo>
                    <a:pt x="2408" y="42578"/>
                  </a:lnTo>
                  <a:lnTo>
                    <a:pt x="0" y="30648"/>
                  </a:lnTo>
                  <a:lnTo>
                    <a:pt x="2408" y="18718"/>
                  </a:lnTo>
                  <a:lnTo>
                    <a:pt x="8976" y="8976"/>
                  </a:lnTo>
                  <a:lnTo>
                    <a:pt x="18718" y="2408"/>
                  </a:lnTo>
                  <a:lnTo>
                    <a:pt x="30648" y="0"/>
                  </a:lnTo>
                  <a:lnTo>
                    <a:pt x="42578" y="2408"/>
                  </a:lnTo>
                  <a:lnTo>
                    <a:pt x="52320" y="8976"/>
                  </a:lnTo>
                  <a:lnTo>
                    <a:pt x="58888" y="18718"/>
                  </a:lnTo>
                  <a:lnTo>
                    <a:pt x="61297" y="30648"/>
                  </a:lnTo>
                  <a:lnTo>
                    <a:pt x="58889" y="42578"/>
                  </a:lnTo>
                  <a:lnTo>
                    <a:pt x="52320" y="52320"/>
                  </a:lnTo>
                  <a:lnTo>
                    <a:pt x="42578" y="58889"/>
                  </a:lnTo>
                  <a:lnTo>
                    <a:pt x="30648" y="61297"/>
                  </a:lnTo>
                  <a:close/>
                </a:path>
                <a:path w="970915" h="978534">
                  <a:moveTo>
                    <a:pt x="396001" y="61297"/>
                  </a:moveTo>
                  <a:lnTo>
                    <a:pt x="384071" y="58889"/>
                  </a:lnTo>
                  <a:lnTo>
                    <a:pt x="374329" y="52320"/>
                  </a:lnTo>
                  <a:lnTo>
                    <a:pt x="367761" y="42578"/>
                  </a:lnTo>
                  <a:lnTo>
                    <a:pt x="365352" y="30648"/>
                  </a:lnTo>
                  <a:lnTo>
                    <a:pt x="367761" y="18718"/>
                  </a:lnTo>
                  <a:lnTo>
                    <a:pt x="374329" y="8976"/>
                  </a:lnTo>
                  <a:lnTo>
                    <a:pt x="384071" y="2408"/>
                  </a:lnTo>
                  <a:lnTo>
                    <a:pt x="396001" y="0"/>
                  </a:lnTo>
                  <a:lnTo>
                    <a:pt x="407930" y="2408"/>
                  </a:lnTo>
                  <a:lnTo>
                    <a:pt x="417673" y="8976"/>
                  </a:lnTo>
                  <a:lnTo>
                    <a:pt x="424241" y="18718"/>
                  </a:lnTo>
                  <a:lnTo>
                    <a:pt x="426650" y="30648"/>
                  </a:lnTo>
                  <a:lnTo>
                    <a:pt x="424241" y="42578"/>
                  </a:lnTo>
                  <a:lnTo>
                    <a:pt x="417673" y="52320"/>
                  </a:lnTo>
                  <a:lnTo>
                    <a:pt x="407931" y="58889"/>
                  </a:lnTo>
                  <a:lnTo>
                    <a:pt x="396001" y="61297"/>
                  </a:lnTo>
                  <a:close/>
                </a:path>
                <a:path w="970915" h="978534">
                  <a:moveTo>
                    <a:pt x="757529" y="61297"/>
                  </a:moveTo>
                  <a:lnTo>
                    <a:pt x="745598" y="58889"/>
                  </a:lnTo>
                  <a:lnTo>
                    <a:pt x="735856" y="52320"/>
                  </a:lnTo>
                  <a:lnTo>
                    <a:pt x="729288" y="42578"/>
                  </a:lnTo>
                  <a:lnTo>
                    <a:pt x="726880" y="30648"/>
                  </a:lnTo>
                  <a:lnTo>
                    <a:pt x="729288" y="18718"/>
                  </a:lnTo>
                  <a:lnTo>
                    <a:pt x="735856" y="8976"/>
                  </a:lnTo>
                  <a:lnTo>
                    <a:pt x="745598" y="2408"/>
                  </a:lnTo>
                  <a:lnTo>
                    <a:pt x="757529" y="0"/>
                  </a:lnTo>
                  <a:lnTo>
                    <a:pt x="769458" y="2408"/>
                  </a:lnTo>
                  <a:lnTo>
                    <a:pt x="779200" y="8976"/>
                  </a:lnTo>
                  <a:lnTo>
                    <a:pt x="785769" y="18718"/>
                  </a:lnTo>
                  <a:lnTo>
                    <a:pt x="788178" y="30648"/>
                  </a:lnTo>
                  <a:lnTo>
                    <a:pt x="785769" y="42578"/>
                  </a:lnTo>
                  <a:lnTo>
                    <a:pt x="779201" y="52320"/>
                  </a:lnTo>
                  <a:lnTo>
                    <a:pt x="769458" y="58889"/>
                  </a:lnTo>
                  <a:lnTo>
                    <a:pt x="757529" y="61297"/>
                  </a:lnTo>
                  <a:close/>
                </a:path>
                <a:path w="970915" h="978534">
                  <a:moveTo>
                    <a:pt x="574853" y="61297"/>
                  </a:moveTo>
                  <a:lnTo>
                    <a:pt x="562922" y="58889"/>
                  </a:lnTo>
                  <a:lnTo>
                    <a:pt x="553180" y="52320"/>
                  </a:lnTo>
                  <a:lnTo>
                    <a:pt x="546612" y="42578"/>
                  </a:lnTo>
                  <a:lnTo>
                    <a:pt x="544204" y="30648"/>
                  </a:lnTo>
                  <a:lnTo>
                    <a:pt x="546612" y="18718"/>
                  </a:lnTo>
                  <a:lnTo>
                    <a:pt x="553180" y="8976"/>
                  </a:lnTo>
                  <a:lnTo>
                    <a:pt x="562922" y="2408"/>
                  </a:lnTo>
                  <a:lnTo>
                    <a:pt x="574853" y="0"/>
                  </a:lnTo>
                  <a:lnTo>
                    <a:pt x="586782" y="2408"/>
                  </a:lnTo>
                  <a:lnTo>
                    <a:pt x="596524" y="8976"/>
                  </a:lnTo>
                  <a:lnTo>
                    <a:pt x="603093" y="18718"/>
                  </a:lnTo>
                  <a:lnTo>
                    <a:pt x="605501" y="30648"/>
                  </a:lnTo>
                  <a:lnTo>
                    <a:pt x="603093" y="42578"/>
                  </a:lnTo>
                  <a:lnTo>
                    <a:pt x="596524" y="52320"/>
                  </a:lnTo>
                  <a:lnTo>
                    <a:pt x="586782" y="58889"/>
                  </a:lnTo>
                  <a:lnTo>
                    <a:pt x="574853" y="61297"/>
                  </a:lnTo>
                  <a:close/>
                </a:path>
                <a:path w="970915" h="978534">
                  <a:moveTo>
                    <a:pt x="940205" y="61297"/>
                  </a:moveTo>
                  <a:lnTo>
                    <a:pt x="928275" y="58889"/>
                  </a:lnTo>
                  <a:lnTo>
                    <a:pt x="918533" y="52320"/>
                  </a:lnTo>
                  <a:lnTo>
                    <a:pt x="911965" y="42578"/>
                  </a:lnTo>
                  <a:lnTo>
                    <a:pt x="909556" y="30648"/>
                  </a:lnTo>
                  <a:lnTo>
                    <a:pt x="911965" y="18718"/>
                  </a:lnTo>
                  <a:lnTo>
                    <a:pt x="918533" y="8976"/>
                  </a:lnTo>
                  <a:lnTo>
                    <a:pt x="928275" y="2408"/>
                  </a:lnTo>
                  <a:lnTo>
                    <a:pt x="940205" y="0"/>
                  </a:lnTo>
                  <a:lnTo>
                    <a:pt x="952135" y="2408"/>
                  </a:lnTo>
                  <a:lnTo>
                    <a:pt x="961877" y="8976"/>
                  </a:lnTo>
                  <a:lnTo>
                    <a:pt x="968445" y="18718"/>
                  </a:lnTo>
                  <a:lnTo>
                    <a:pt x="970854" y="30648"/>
                  </a:lnTo>
                  <a:lnTo>
                    <a:pt x="968445" y="42578"/>
                  </a:lnTo>
                  <a:lnTo>
                    <a:pt x="961877" y="52320"/>
                  </a:lnTo>
                  <a:lnTo>
                    <a:pt x="952135" y="58889"/>
                  </a:lnTo>
                  <a:lnTo>
                    <a:pt x="940205" y="61297"/>
                  </a:lnTo>
                  <a:close/>
                </a:path>
                <a:path w="970915" h="978534">
                  <a:moveTo>
                    <a:pt x="213325" y="978132"/>
                  </a:moveTo>
                  <a:lnTo>
                    <a:pt x="201394" y="975724"/>
                  </a:lnTo>
                  <a:lnTo>
                    <a:pt x="191652" y="969156"/>
                  </a:lnTo>
                  <a:lnTo>
                    <a:pt x="185084" y="959414"/>
                  </a:lnTo>
                  <a:lnTo>
                    <a:pt x="182676" y="947484"/>
                  </a:lnTo>
                  <a:lnTo>
                    <a:pt x="185084" y="935554"/>
                  </a:lnTo>
                  <a:lnTo>
                    <a:pt x="191652" y="925812"/>
                  </a:lnTo>
                  <a:lnTo>
                    <a:pt x="201395" y="919243"/>
                  </a:lnTo>
                  <a:lnTo>
                    <a:pt x="213325" y="916835"/>
                  </a:lnTo>
                  <a:lnTo>
                    <a:pt x="225254" y="919243"/>
                  </a:lnTo>
                  <a:lnTo>
                    <a:pt x="234996" y="925812"/>
                  </a:lnTo>
                  <a:lnTo>
                    <a:pt x="241565" y="935554"/>
                  </a:lnTo>
                  <a:lnTo>
                    <a:pt x="243973" y="947484"/>
                  </a:lnTo>
                  <a:lnTo>
                    <a:pt x="241565" y="959414"/>
                  </a:lnTo>
                  <a:lnTo>
                    <a:pt x="234996" y="969156"/>
                  </a:lnTo>
                  <a:lnTo>
                    <a:pt x="225254" y="975724"/>
                  </a:lnTo>
                  <a:lnTo>
                    <a:pt x="213325" y="978132"/>
                  </a:lnTo>
                  <a:close/>
                </a:path>
                <a:path w="970915" h="978534">
                  <a:moveTo>
                    <a:pt x="213325" y="795456"/>
                  </a:moveTo>
                  <a:lnTo>
                    <a:pt x="201394" y="793048"/>
                  </a:lnTo>
                  <a:lnTo>
                    <a:pt x="191652" y="786480"/>
                  </a:lnTo>
                  <a:lnTo>
                    <a:pt x="185084" y="776738"/>
                  </a:lnTo>
                  <a:lnTo>
                    <a:pt x="182676" y="764807"/>
                  </a:lnTo>
                  <a:lnTo>
                    <a:pt x="185084" y="752878"/>
                  </a:lnTo>
                  <a:lnTo>
                    <a:pt x="191652" y="743136"/>
                  </a:lnTo>
                  <a:lnTo>
                    <a:pt x="201394" y="736567"/>
                  </a:lnTo>
                  <a:lnTo>
                    <a:pt x="213325" y="734159"/>
                  </a:lnTo>
                  <a:lnTo>
                    <a:pt x="225254" y="736567"/>
                  </a:lnTo>
                  <a:lnTo>
                    <a:pt x="234996" y="743136"/>
                  </a:lnTo>
                  <a:lnTo>
                    <a:pt x="241565" y="752878"/>
                  </a:lnTo>
                  <a:lnTo>
                    <a:pt x="243973" y="764807"/>
                  </a:lnTo>
                  <a:lnTo>
                    <a:pt x="241565" y="776738"/>
                  </a:lnTo>
                  <a:lnTo>
                    <a:pt x="234996" y="786480"/>
                  </a:lnTo>
                  <a:lnTo>
                    <a:pt x="225254" y="793048"/>
                  </a:lnTo>
                  <a:lnTo>
                    <a:pt x="213325" y="795456"/>
                  </a:lnTo>
                  <a:close/>
                </a:path>
                <a:path w="970915" h="978534">
                  <a:moveTo>
                    <a:pt x="396001" y="795456"/>
                  </a:moveTo>
                  <a:lnTo>
                    <a:pt x="384071" y="793048"/>
                  </a:lnTo>
                  <a:lnTo>
                    <a:pt x="374329" y="786480"/>
                  </a:lnTo>
                  <a:lnTo>
                    <a:pt x="367761" y="776738"/>
                  </a:lnTo>
                  <a:lnTo>
                    <a:pt x="365352" y="764807"/>
                  </a:lnTo>
                  <a:lnTo>
                    <a:pt x="367761" y="752878"/>
                  </a:lnTo>
                  <a:lnTo>
                    <a:pt x="374329" y="743136"/>
                  </a:lnTo>
                  <a:lnTo>
                    <a:pt x="384071" y="736567"/>
                  </a:lnTo>
                  <a:lnTo>
                    <a:pt x="396001" y="734159"/>
                  </a:lnTo>
                  <a:lnTo>
                    <a:pt x="407931" y="736567"/>
                  </a:lnTo>
                  <a:lnTo>
                    <a:pt x="417673" y="743136"/>
                  </a:lnTo>
                  <a:lnTo>
                    <a:pt x="424241" y="752878"/>
                  </a:lnTo>
                  <a:lnTo>
                    <a:pt x="426650" y="764807"/>
                  </a:lnTo>
                  <a:lnTo>
                    <a:pt x="424241" y="776738"/>
                  </a:lnTo>
                  <a:lnTo>
                    <a:pt x="417673" y="786480"/>
                  </a:lnTo>
                  <a:lnTo>
                    <a:pt x="407931" y="793048"/>
                  </a:lnTo>
                  <a:lnTo>
                    <a:pt x="396001" y="795456"/>
                  </a:lnTo>
                  <a:close/>
                </a:path>
                <a:path w="970915" h="978534">
                  <a:moveTo>
                    <a:pt x="30648" y="978132"/>
                  </a:moveTo>
                  <a:lnTo>
                    <a:pt x="18718" y="975724"/>
                  </a:lnTo>
                  <a:lnTo>
                    <a:pt x="8976" y="969156"/>
                  </a:lnTo>
                  <a:lnTo>
                    <a:pt x="2408" y="959414"/>
                  </a:lnTo>
                  <a:lnTo>
                    <a:pt x="0" y="947484"/>
                  </a:lnTo>
                  <a:lnTo>
                    <a:pt x="2408" y="935554"/>
                  </a:lnTo>
                  <a:lnTo>
                    <a:pt x="8976" y="925812"/>
                  </a:lnTo>
                  <a:lnTo>
                    <a:pt x="18719" y="919243"/>
                  </a:lnTo>
                  <a:lnTo>
                    <a:pt x="30648" y="916835"/>
                  </a:lnTo>
                  <a:lnTo>
                    <a:pt x="42578" y="919243"/>
                  </a:lnTo>
                  <a:lnTo>
                    <a:pt x="52320" y="925812"/>
                  </a:lnTo>
                  <a:lnTo>
                    <a:pt x="58889" y="935554"/>
                  </a:lnTo>
                  <a:lnTo>
                    <a:pt x="61297" y="947484"/>
                  </a:lnTo>
                  <a:lnTo>
                    <a:pt x="58889" y="959414"/>
                  </a:lnTo>
                  <a:lnTo>
                    <a:pt x="52320" y="969156"/>
                  </a:lnTo>
                  <a:lnTo>
                    <a:pt x="42578" y="975724"/>
                  </a:lnTo>
                  <a:lnTo>
                    <a:pt x="30648" y="978132"/>
                  </a:lnTo>
                  <a:close/>
                </a:path>
                <a:path w="970915" h="978534">
                  <a:moveTo>
                    <a:pt x="396001" y="978132"/>
                  </a:moveTo>
                  <a:lnTo>
                    <a:pt x="384071" y="975724"/>
                  </a:lnTo>
                  <a:lnTo>
                    <a:pt x="374329" y="969156"/>
                  </a:lnTo>
                  <a:lnTo>
                    <a:pt x="367761" y="959414"/>
                  </a:lnTo>
                  <a:lnTo>
                    <a:pt x="365352" y="947484"/>
                  </a:lnTo>
                  <a:lnTo>
                    <a:pt x="367761" y="935554"/>
                  </a:lnTo>
                  <a:lnTo>
                    <a:pt x="374329" y="925812"/>
                  </a:lnTo>
                  <a:lnTo>
                    <a:pt x="384071" y="919243"/>
                  </a:lnTo>
                  <a:lnTo>
                    <a:pt x="396001" y="916835"/>
                  </a:lnTo>
                  <a:lnTo>
                    <a:pt x="407931" y="919243"/>
                  </a:lnTo>
                  <a:lnTo>
                    <a:pt x="417673" y="925812"/>
                  </a:lnTo>
                  <a:lnTo>
                    <a:pt x="424241" y="935554"/>
                  </a:lnTo>
                  <a:lnTo>
                    <a:pt x="426650" y="947484"/>
                  </a:lnTo>
                  <a:lnTo>
                    <a:pt x="424241" y="959414"/>
                  </a:lnTo>
                  <a:lnTo>
                    <a:pt x="417673" y="969156"/>
                  </a:lnTo>
                  <a:lnTo>
                    <a:pt x="407931" y="975724"/>
                  </a:lnTo>
                  <a:lnTo>
                    <a:pt x="396001" y="978132"/>
                  </a:lnTo>
                  <a:close/>
                </a:path>
                <a:path w="970915" h="978534">
                  <a:moveTo>
                    <a:pt x="30648" y="612780"/>
                  </a:moveTo>
                  <a:lnTo>
                    <a:pt x="18718" y="610371"/>
                  </a:lnTo>
                  <a:lnTo>
                    <a:pt x="8976" y="603803"/>
                  </a:lnTo>
                  <a:lnTo>
                    <a:pt x="2408" y="594061"/>
                  </a:lnTo>
                  <a:lnTo>
                    <a:pt x="0" y="582131"/>
                  </a:lnTo>
                  <a:lnTo>
                    <a:pt x="2408" y="570201"/>
                  </a:lnTo>
                  <a:lnTo>
                    <a:pt x="8976" y="560459"/>
                  </a:lnTo>
                  <a:lnTo>
                    <a:pt x="18719" y="553891"/>
                  </a:lnTo>
                  <a:lnTo>
                    <a:pt x="30648" y="551482"/>
                  </a:lnTo>
                  <a:lnTo>
                    <a:pt x="42578" y="553891"/>
                  </a:lnTo>
                  <a:lnTo>
                    <a:pt x="52320" y="560459"/>
                  </a:lnTo>
                  <a:lnTo>
                    <a:pt x="58889" y="570201"/>
                  </a:lnTo>
                  <a:lnTo>
                    <a:pt x="61297" y="582131"/>
                  </a:lnTo>
                  <a:lnTo>
                    <a:pt x="58889" y="594061"/>
                  </a:lnTo>
                  <a:lnTo>
                    <a:pt x="52320" y="603803"/>
                  </a:lnTo>
                  <a:lnTo>
                    <a:pt x="42578" y="610371"/>
                  </a:lnTo>
                  <a:lnTo>
                    <a:pt x="30648" y="612780"/>
                  </a:lnTo>
                  <a:close/>
                </a:path>
                <a:path w="970915" h="978534">
                  <a:moveTo>
                    <a:pt x="30648" y="795456"/>
                  </a:moveTo>
                  <a:lnTo>
                    <a:pt x="18718" y="793048"/>
                  </a:lnTo>
                  <a:lnTo>
                    <a:pt x="8976" y="786480"/>
                  </a:lnTo>
                  <a:lnTo>
                    <a:pt x="2408" y="776738"/>
                  </a:lnTo>
                  <a:lnTo>
                    <a:pt x="0" y="764807"/>
                  </a:lnTo>
                  <a:lnTo>
                    <a:pt x="2408" y="752878"/>
                  </a:lnTo>
                  <a:lnTo>
                    <a:pt x="8976" y="743136"/>
                  </a:lnTo>
                  <a:lnTo>
                    <a:pt x="18718" y="736567"/>
                  </a:lnTo>
                  <a:lnTo>
                    <a:pt x="30648" y="734159"/>
                  </a:lnTo>
                  <a:lnTo>
                    <a:pt x="42578" y="736567"/>
                  </a:lnTo>
                  <a:lnTo>
                    <a:pt x="52320" y="743136"/>
                  </a:lnTo>
                  <a:lnTo>
                    <a:pt x="58889" y="752878"/>
                  </a:lnTo>
                  <a:lnTo>
                    <a:pt x="61297" y="764807"/>
                  </a:lnTo>
                  <a:lnTo>
                    <a:pt x="58889" y="776738"/>
                  </a:lnTo>
                  <a:lnTo>
                    <a:pt x="52320" y="786480"/>
                  </a:lnTo>
                  <a:lnTo>
                    <a:pt x="42578" y="793048"/>
                  </a:lnTo>
                  <a:lnTo>
                    <a:pt x="30648" y="795456"/>
                  </a:lnTo>
                  <a:close/>
                </a:path>
                <a:path w="970915" h="978534">
                  <a:moveTo>
                    <a:pt x="396001" y="612780"/>
                  </a:moveTo>
                  <a:lnTo>
                    <a:pt x="384071" y="610371"/>
                  </a:lnTo>
                  <a:lnTo>
                    <a:pt x="374329" y="603803"/>
                  </a:lnTo>
                  <a:lnTo>
                    <a:pt x="367761" y="594061"/>
                  </a:lnTo>
                  <a:lnTo>
                    <a:pt x="365352" y="582131"/>
                  </a:lnTo>
                  <a:lnTo>
                    <a:pt x="367761" y="570201"/>
                  </a:lnTo>
                  <a:lnTo>
                    <a:pt x="374329" y="560459"/>
                  </a:lnTo>
                  <a:lnTo>
                    <a:pt x="384071" y="553891"/>
                  </a:lnTo>
                  <a:lnTo>
                    <a:pt x="396001" y="551482"/>
                  </a:lnTo>
                  <a:lnTo>
                    <a:pt x="407931" y="553891"/>
                  </a:lnTo>
                  <a:lnTo>
                    <a:pt x="417673" y="560459"/>
                  </a:lnTo>
                  <a:lnTo>
                    <a:pt x="424241" y="570201"/>
                  </a:lnTo>
                  <a:lnTo>
                    <a:pt x="426650" y="582131"/>
                  </a:lnTo>
                  <a:lnTo>
                    <a:pt x="424241" y="594061"/>
                  </a:lnTo>
                  <a:lnTo>
                    <a:pt x="417673" y="603803"/>
                  </a:lnTo>
                  <a:lnTo>
                    <a:pt x="407931" y="610371"/>
                  </a:lnTo>
                  <a:lnTo>
                    <a:pt x="396001" y="612780"/>
                  </a:lnTo>
                  <a:close/>
                </a:path>
                <a:path w="970915" h="978534">
                  <a:moveTo>
                    <a:pt x="213325" y="612780"/>
                  </a:moveTo>
                  <a:lnTo>
                    <a:pt x="201394" y="610371"/>
                  </a:lnTo>
                  <a:lnTo>
                    <a:pt x="191652" y="603803"/>
                  </a:lnTo>
                  <a:lnTo>
                    <a:pt x="185084" y="594061"/>
                  </a:lnTo>
                  <a:lnTo>
                    <a:pt x="182676" y="582131"/>
                  </a:lnTo>
                  <a:lnTo>
                    <a:pt x="185084" y="570201"/>
                  </a:lnTo>
                  <a:lnTo>
                    <a:pt x="191652" y="560459"/>
                  </a:lnTo>
                  <a:lnTo>
                    <a:pt x="201395" y="553891"/>
                  </a:lnTo>
                  <a:lnTo>
                    <a:pt x="213325" y="551482"/>
                  </a:lnTo>
                  <a:lnTo>
                    <a:pt x="225254" y="553891"/>
                  </a:lnTo>
                  <a:lnTo>
                    <a:pt x="234996" y="560459"/>
                  </a:lnTo>
                  <a:lnTo>
                    <a:pt x="241565" y="570201"/>
                  </a:lnTo>
                  <a:lnTo>
                    <a:pt x="243973" y="582131"/>
                  </a:lnTo>
                  <a:lnTo>
                    <a:pt x="241565" y="594061"/>
                  </a:lnTo>
                  <a:lnTo>
                    <a:pt x="234996" y="603803"/>
                  </a:lnTo>
                  <a:lnTo>
                    <a:pt x="225254" y="610371"/>
                  </a:lnTo>
                  <a:lnTo>
                    <a:pt x="213325" y="612780"/>
                  </a:lnTo>
                  <a:close/>
                </a:path>
                <a:path w="970915" h="978534">
                  <a:moveTo>
                    <a:pt x="396001" y="430104"/>
                  </a:moveTo>
                  <a:lnTo>
                    <a:pt x="384071" y="427695"/>
                  </a:lnTo>
                  <a:lnTo>
                    <a:pt x="374329" y="421127"/>
                  </a:lnTo>
                  <a:lnTo>
                    <a:pt x="367761" y="411385"/>
                  </a:lnTo>
                  <a:lnTo>
                    <a:pt x="365352" y="399455"/>
                  </a:lnTo>
                  <a:lnTo>
                    <a:pt x="367761" y="387525"/>
                  </a:lnTo>
                  <a:lnTo>
                    <a:pt x="374329" y="377783"/>
                  </a:lnTo>
                  <a:lnTo>
                    <a:pt x="384072" y="371215"/>
                  </a:lnTo>
                  <a:lnTo>
                    <a:pt x="396001" y="368806"/>
                  </a:lnTo>
                  <a:lnTo>
                    <a:pt x="407931" y="371215"/>
                  </a:lnTo>
                  <a:lnTo>
                    <a:pt x="417673" y="377783"/>
                  </a:lnTo>
                  <a:lnTo>
                    <a:pt x="424241" y="387525"/>
                  </a:lnTo>
                  <a:lnTo>
                    <a:pt x="426650" y="399455"/>
                  </a:lnTo>
                  <a:lnTo>
                    <a:pt x="424241" y="411385"/>
                  </a:lnTo>
                  <a:lnTo>
                    <a:pt x="417673" y="421127"/>
                  </a:lnTo>
                  <a:lnTo>
                    <a:pt x="407931" y="427695"/>
                  </a:lnTo>
                  <a:lnTo>
                    <a:pt x="396001" y="430104"/>
                  </a:lnTo>
                  <a:close/>
                </a:path>
                <a:path w="970915" h="978534">
                  <a:moveTo>
                    <a:pt x="30648" y="247427"/>
                  </a:moveTo>
                  <a:lnTo>
                    <a:pt x="18718" y="245018"/>
                  </a:lnTo>
                  <a:lnTo>
                    <a:pt x="8976" y="238450"/>
                  </a:lnTo>
                  <a:lnTo>
                    <a:pt x="2408" y="228708"/>
                  </a:lnTo>
                  <a:lnTo>
                    <a:pt x="0" y="216778"/>
                  </a:lnTo>
                  <a:lnTo>
                    <a:pt x="2408" y="204848"/>
                  </a:lnTo>
                  <a:lnTo>
                    <a:pt x="8976" y="195107"/>
                  </a:lnTo>
                  <a:lnTo>
                    <a:pt x="18718" y="188539"/>
                  </a:lnTo>
                  <a:lnTo>
                    <a:pt x="30648" y="186131"/>
                  </a:lnTo>
                  <a:lnTo>
                    <a:pt x="42578" y="188539"/>
                  </a:lnTo>
                  <a:lnTo>
                    <a:pt x="52320" y="195107"/>
                  </a:lnTo>
                  <a:lnTo>
                    <a:pt x="58889" y="204848"/>
                  </a:lnTo>
                  <a:lnTo>
                    <a:pt x="61297" y="216778"/>
                  </a:lnTo>
                  <a:lnTo>
                    <a:pt x="58889" y="228708"/>
                  </a:lnTo>
                  <a:lnTo>
                    <a:pt x="52320" y="238450"/>
                  </a:lnTo>
                  <a:lnTo>
                    <a:pt x="42578" y="245018"/>
                  </a:lnTo>
                  <a:lnTo>
                    <a:pt x="30648" y="247427"/>
                  </a:lnTo>
                  <a:close/>
                </a:path>
                <a:path w="970915" h="978534">
                  <a:moveTo>
                    <a:pt x="213325" y="247427"/>
                  </a:moveTo>
                  <a:lnTo>
                    <a:pt x="201394" y="245018"/>
                  </a:lnTo>
                  <a:lnTo>
                    <a:pt x="191652" y="238450"/>
                  </a:lnTo>
                  <a:lnTo>
                    <a:pt x="185084" y="228708"/>
                  </a:lnTo>
                  <a:lnTo>
                    <a:pt x="182676" y="216778"/>
                  </a:lnTo>
                  <a:lnTo>
                    <a:pt x="185084" y="204848"/>
                  </a:lnTo>
                  <a:lnTo>
                    <a:pt x="191652" y="195107"/>
                  </a:lnTo>
                  <a:lnTo>
                    <a:pt x="201394" y="188539"/>
                  </a:lnTo>
                  <a:lnTo>
                    <a:pt x="213325" y="186131"/>
                  </a:lnTo>
                  <a:lnTo>
                    <a:pt x="225254" y="188539"/>
                  </a:lnTo>
                  <a:lnTo>
                    <a:pt x="234996" y="195107"/>
                  </a:lnTo>
                  <a:lnTo>
                    <a:pt x="241565" y="204848"/>
                  </a:lnTo>
                  <a:lnTo>
                    <a:pt x="243973" y="216778"/>
                  </a:lnTo>
                  <a:lnTo>
                    <a:pt x="241565" y="228708"/>
                  </a:lnTo>
                  <a:lnTo>
                    <a:pt x="234996" y="238450"/>
                  </a:lnTo>
                  <a:lnTo>
                    <a:pt x="225254" y="245018"/>
                  </a:lnTo>
                  <a:lnTo>
                    <a:pt x="213325" y="247427"/>
                  </a:lnTo>
                  <a:close/>
                </a:path>
                <a:path w="970915" h="978534">
                  <a:moveTo>
                    <a:pt x="396001" y="247427"/>
                  </a:moveTo>
                  <a:lnTo>
                    <a:pt x="384071" y="245018"/>
                  </a:lnTo>
                  <a:lnTo>
                    <a:pt x="374329" y="238450"/>
                  </a:lnTo>
                  <a:lnTo>
                    <a:pt x="367761" y="228708"/>
                  </a:lnTo>
                  <a:lnTo>
                    <a:pt x="365352" y="216778"/>
                  </a:lnTo>
                  <a:lnTo>
                    <a:pt x="367761" y="204848"/>
                  </a:lnTo>
                  <a:lnTo>
                    <a:pt x="374329" y="195107"/>
                  </a:lnTo>
                  <a:lnTo>
                    <a:pt x="384071" y="188539"/>
                  </a:lnTo>
                  <a:lnTo>
                    <a:pt x="396001" y="186131"/>
                  </a:lnTo>
                  <a:lnTo>
                    <a:pt x="407931" y="188539"/>
                  </a:lnTo>
                  <a:lnTo>
                    <a:pt x="417673" y="195107"/>
                  </a:lnTo>
                  <a:lnTo>
                    <a:pt x="424241" y="204848"/>
                  </a:lnTo>
                  <a:lnTo>
                    <a:pt x="426650" y="216778"/>
                  </a:lnTo>
                  <a:lnTo>
                    <a:pt x="424241" y="228708"/>
                  </a:lnTo>
                  <a:lnTo>
                    <a:pt x="417673" y="238450"/>
                  </a:lnTo>
                  <a:lnTo>
                    <a:pt x="407931" y="245018"/>
                  </a:lnTo>
                  <a:lnTo>
                    <a:pt x="396001" y="247427"/>
                  </a:lnTo>
                  <a:close/>
                </a:path>
                <a:path w="970915" h="978534">
                  <a:moveTo>
                    <a:pt x="30648" y="430104"/>
                  </a:moveTo>
                  <a:lnTo>
                    <a:pt x="18718" y="427695"/>
                  </a:lnTo>
                  <a:lnTo>
                    <a:pt x="8976" y="421127"/>
                  </a:lnTo>
                  <a:lnTo>
                    <a:pt x="2408" y="411385"/>
                  </a:lnTo>
                  <a:lnTo>
                    <a:pt x="0" y="399455"/>
                  </a:lnTo>
                  <a:lnTo>
                    <a:pt x="2408" y="387525"/>
                  </a:lnTo>
                  <a:lnTo>
                    <a:pt x="8976" y="377783"/>
                  </a:lnTo>
                  <a:lnTo>
                    <a:pt x="18719" y="371215"/>
                  </a:lnTo>
                  <a:lnTo>
                    <a:pt x="30648" y="368806"/>
                  </a:lnTo>
                  <a:lnTo>
                    <a:pt x="42578" y="371215"/>
                  </a:lnTo>
                  <a:lnTo>
                    <a:pt x="52320" y="377783"/>
                  </a:lnTo>
                  <a:lnTo>
                    <a:pt x="58889" y="387525"/>
                  </a:lnTo>
                  <a:lnTo>
                    <a:pt x="61297" y="399455"/>
                  </a:lnTo>
                  <a:lnTo>
                    <a:pt x="58889" y="411385"/>
                  </a:lnTo>
                  <a:lnTo>
                    <a:pt x="52320" y="421127"/>
                  </a:lnTo>
                  <a:lnTo>
                    <a:pt x="42578" y="427695"/>
                  </a:lnTo>
                  <a:lnTo>
                    <a:pt x="30648" y="430104"/>
                  </a:lnTo>
                  <a:close/>
                </a:path>
                <a:path w="970915" h="978534">
                  <a:moveTo>
                    <a:pt x="213325" y="430104"/>
                  </a:moveTo>
                  <a:lnTo>
                    <a:pt x="201394" y="427695"/>
                  </a:lnTo>
                  <a:lnTo>
                    <a:pt x="191652" y="421127"/>
                  </a:lnTo>
                  <a:lnTo>
                    <a:pt x="185084" y="411385"/>
                  </a:lnTo>
                  <a:lnTo>
                    <a:pt x="182676" y="399455"/>
                  </a:lnTo>
                  <a:lnTo>
                    <a:pt x="185084" y="387525"/>
                  </a:lnTo>
                  <a:lnTo>
                    <a:pt x="191652" y="377783"/>
                  </a:lnTo>
                  <a:lnTo>
                    <a:pt x="201395" y="371215"/>
                  </a:lnTo>
                  <a:lnTo>
                    <a:pt x="213325" y="368806"/>
                  </a:lnTo>
                  <a:lnTo>
                    <a:pt x="225254" y="371215"/>
                  </a:lnTo>
                  <a:lnTo>
                    <a:pt x="234996" y="377783"/>
                  </a:lnTo>
                  <a:lnTo>
                    <a:pt x="241565" y="387525"/>
                  </a:lnTo>
                  <a:lnTo>
                    <a:pt x="243973" y="399455"/>
                  </a:lnTo>
                  <a:lnTo>
                    <a:pt x="241565" y="411385"/>
                  </a:lnTo>
                  <a:lnTo>
                    <a:pt x="234996" y="421127"/>
                  </a:lnTo>
                  <a:lnTo>
                    <a:pt x="225254" y="427695"/>
                  </a:lnTo>
                  <a:lnTo>
                    <a:pt x="213325" y="430104"/>
                  </a:lnTo>
                  <a:close/>
                </a:path>
                <a:path w="970915" h="978534">
                  <a:moveTo>
                    <a:pt x="757529" y="978132"/>
                  </a:moveTo>
                  <a:lnTo>
                    <a:pt x="745598" y="975724"/>
                  </a:lnTo>
                  <a:lnTo>
                    <a:pt x="735856" y="969156"/>
                  </a:lnTo>
                  <a:lnTo>
                    <a:pt x="729288" y="959414"/>
                  </a:lnTo>
                  <a:lnTo>
                    <a:pt x="726880" y="947484"/>
                  </a:lnTo>
                  <a:lnTo>
                    <a:pt x="729288" y="935554"/>
                  </a:lnTo>
                  <a:lnTo>
                    <a:pt x="735857" y="925812"/>
                  </a:lnTo>
                  <a:lnTo>
                    <a:pt x="745599" y="919243"/>
                  </a:lnTo>
                  <a:lnTo>
                    <a:pt x="757529" y="916835"/>
                  </a:lnTo>
                  <a:lnTo>
                    <a:pt x="769458" y="919243"/>
                  </a:lnTo>
                  <a:lnTo>
                    <a:pt x="779201" y="925812"/>
                  </a:lnTo>
                  <a:lnTo>
                    <a:pt x="785769" y="935554"/>
                  </a:lnTo>
                  <a:lnTo>
                    <a:pt x="788178" y="947484"/>
                  </a:lnTo>
                  <a:lnTo>
                    <a:pt x="785769" y="959414"/>
                  </a:lnTo>
                  <a:lnTo>
                    <a:pt x="779201" y="969156"/>
                  </a:lnTo>
                  <a:lnTo>
                    <a:pt x="769458" y="975724"/>
                  </a:lnTo>
                  <a:lnTo>
                    <a:pt x="757529" y="978132"/>
                  </a:lnTo>
                  <a:close/>
                </a:path>
                <a:path w="970915" h="978534">
                  <a:moveTo>
                    <a:pt x="757529" y="795456"/>
                  </a:moveTo>
                  <a:lnTo>
                    <a:pt x="745598" y="793048"/>
                  </a:lnTo>
                  <a:lnTo>
                    <a:pt x="735856" y="786480"/>
                  </a:lnTo>
                  <a:lnTo>
                    <a:pt x="729288" y="776738"/>
                  </a:lnTo>
                  <a:lnTo>
                    <a:pt x="726880" y="764807"/>
                  </a:lnTo>
                  <a:lnTo>
                    <a:pt x="729288" y="752878"/>
                  </a:lnTo>
                  <a:lnTo>
                    <a:pt x="735856" y="743136"/>
                  </a:lnTo>
                  <a:lnTo>
                    <a:pt x="745598" y="736567"/>
                  </a:lnTo>
                  <a:lnTo>
                    <a:pt x="757529" y="734159"/>
                  </a:lnTo>
                  <a:lnTo>
                    <a:pt x="769458" y="736567"/>
                  </a:lnTo>
                  <a:lnTo>
                    <a:pt x="779201" y="743136"/>
                  </a:lnTo>
                  <a:lnTo>
                    <a:pt x="785769" y="752878"/>
                  </a:lnTo>
                  <a:lnTo>
                    <a:pt x="788178" y="764807"/>
                  </a:lnTo>
                  <a:lnTo>
                    <a:pt x="785769" y="776738"/>
                  </a:lnTo>
                  <a:lnTo>
                    <a:pt x="779201" y="786480"/>
                  </a:lnTo>
                  <a:lnTo>
                    <a:pt x="769458" y="793048"/>
                  </a:lnTo>
                  <a:lnTo>
                    <a:pt x="757529" y="795456"/>
                  </a:lnTo>
                  <a:close/>
                </a:path>
                <a:path w="970915" h="978534">
                  <a:moveTo>
                    <a:pt x="940205" y="795456"/>
                  </a:moveTo>
                  <a:lnTo>
                    <a:pt x="928275" y="793048"/>
                  </a:lnTo>
                  <a:lnTo>
                    <a:pt x="918533" y="786480"/>
                  </a:lnTo>
                  <a:lnTo>
                    <a:pt x="911965" y="776738"/>
                  </a:lnTo>
                  <a:lnTo>
                    <a:pt x="909556" y="764807"/>
                  </a:lnTo>
                  <a:lnTo>
                    <a:pt x="911965" y="752878"/>
                  </a:lnTo>
                  <a:lnTo>
                    <a:pt x="918533" y="743136"/>
                  </a:lnTo>
                  <a:lnTo>
                    <a:pt x="928275" y="736567"/>
                  </a:lnTo>
                  <a:lnTo>
                    <a:pt x="940205" y="734159"/>
                  </a:lnTo>
                  <a:lnTo>
                    <a:pt x="952135" y="736567"/>
                  </a:lnTo>
                  <a:lnTo>
                    <a:pt x="961877" y="743136"/>
                  </a:lnTo>
                  <a:lnTo>
                    <a:pt x="968445" y="752878"/>
                  </a:lnTo>
                  <a:lnTo>
                    <a:pt x="970854" y="764807"/>
                  </a:lnTo>
                  <a:lnTo>
                    <a:pt x="968445" y="776738"/>
                  </a:lnTo>
                  <a:lnTo>
                    <a:pt x="961877" y="786480"/>
                  </a:lnTo>
                  <a:lnTo>
                    <a:pt x="952135" y="793048"/>
                  </a:lnTo>
                  <a:lnTo>
                    <a:pt x="940205" y="795456"/>
                  </a:lnTo>
                  <a:close/>
                </a:path>
                <a:path w="970915" h="978534">
                  <a:moveTo>
                    <a:pt x="574853" y="978132"/>
                  </a:moveTo>
                  <a:lnTo>
                    <a:pt x="562922" y="975724"/>
                  </a:lnTo>
                  <a:lnTo>
                    <a:pt x="553180" y="969156"/>
                  </a:lnTo>
                  <a:lnTo>
                    <a:pt x="546612" y="959414"/>
                  </a:lnTo>
                  <a:lnTo>
                    <a:pt x="544204" y="947484"/>
                  </a:lnTo>
                  <a:lnTo>
                    <a:pt x="546612" y="935554"/>
                  </a:lnTo>
                  <a:lnTo>
                    <a:pt x="553180" y="925812"/>
                  </a:lnTo>
                  <a:lnTo>
                    <a:pt x="562923" y="919243"/>
                  </a:lnTo>
                  <a:lnTo>
                    <a:pt x="574853" y="916835"/>
                  </a:lnTo>
                  <a:lnTo>
                    <a:pt x="586782" y="919243"/>
                  </a:lnTo>
                  <a:lnTo>
                    <a:pt x="596524" y="925812"/>
                  </a:lnTo>
                  <a:lnTo>
                    <a:pt x="603093" y="935554"/>
                  </a:lnTo>
                  <a:lnTo>
                    <a:pt x="605501" y="947484"/>
                  </a:lnTo>
                  <a:lnTo>
                    <a:pt x="603093" y="959414"/>
                  </a:lnTo>
                  <a:lnTo>
                    <a:pt x="596524" y="969156"/>
                  </a:lnTo>
                  <a:lnTo>
                    <a:pt x="586782" y="975724"/>
                  </a:lnTo>
                  <a:lnTo>
                    <a:pt x="574853" y="978132"/>
                  </a:lnTo>
                  <a:close/>
                </a:path>
                <a:path w="970915" h="978534">
                  <a:moveTo>
                    <a:pt x="940205" y="978132"/>
                  </a:moveTo>
                  <a:lnTo>
                    <a:pt x="928275" y="975724"/>
                  </a:lnTo>
                  <a:lnTo>
                    <a:pt x="918533" y="969156"/>
                  </a:lnTo>
                  <a:lnTo>
                    <a:pt x="911965" y="959414"/>
                  </a:lnTo>
                  <a:lnTo>
                    <a:pt x="909556" y="947484"/>
                  </a:lnTo>
                  <a:lnTo>
                    <a:pt x="911965" y="935554"/>
                  </a:lnTo>
                  <a:lnTo>
                    <a:pt x="918533" y="925812"/>
                  </a:lnTo>
                  <a:lnTo>
                    <a:pt x="928276" y="919243"/>
                  </a:lnTo>
                  <a:lnTo>
                    <a:pt x="940205" y="916835"/>
                  </a:lnTo>
                  <a:lnTo>
                    <a:pt x="952135" y="919243"/>
                  </a:lnTo>
                  <a:lnTo>
                    <a:pt x="961877" y="925812"/>
                  </a:lnTo>
                  <a:lnTo>
                    <a:pt x="968445" y="935554"/>
                  </a:lnTo>
                  <a:lnTo>
                    <a:pt x="970854" y="947484"/>
                  </a:lnTo>
                  <a:lnTo>
                    <a:pt x="968445" y="959414"/>
                  </a:lnTo>
                  <a:lnTo>
                    <a:pt x="961877" y="969156"/>
                  </a:lnTo>
                  <a:lnTo>
                    <a:pt x="952135" y="975724"/>
                  </a:lnTo>
                  <a:lnTo>
                    <a:pt x="940205" y="978132"/>
                  </a:lnTo>
                  <a:close/>
                </a:path>
                <a:path w="970915" h="978534">
                  <a:moveTo>
                    <a:pt x="574853" y="612780"/>
                  </a:moveTo>
                  <a:lnTo>
                    <a:pt x="562922" y="610371"/>
                  </a:lnTo>
                  <a:lnTo>
                    <a:pt x="553180" y="603803"/>
                  </a:lnTo>
                  <a:lnTo>
                    <a:pt x="546612" y="594061"/>
                  </a:lnTo>
                  <a:lnTo>
                    <a:pt x="544204" y="582131"/>
                  </a:lnTo>
                  <a:lnTo>
                    <a:pt x="546612" y="570201"/>
                  </a:lnTo>
                  <a:lnTo>
                    <a:pt x="553180" y="560459"/>
                  </a:lnTo>
                  <a:lnTo>
                    <a:pt x="562923" y="553891"/>
                  </a:lnTo>
                  <a:lnTo>
                    <a:pt x="574853" y="551482"/>
                  </a:lnTo>
                  <a:lnTo>
                    <a:pt x="586782" y="553891"/>
                  </a:lnTo>
                  <a:lnTo>
                    <a:pt x="596524" y="560459"/>
                  </a:lnTo>
                  <a:lnTo>
                    <a:pt x="603093" y="570201"/>
                  </a:lnTo>
                  <a:lnTo>
                    <a:pt x="605501" y="582131"/>
                  </a:lnTo>
                  <a:lnTo>
                    <a:pt x="603093" y="594061"/>
                  </a:lnTo>
                  <a:lnTo>
                    <a:pt x="596524" y="603803"/>
                  </a:lnTo>
                  <a:lnTo>
                    <a:pt x="586782" y="610371"/>
                  </a:lnTo>
                  <a:lnTo>
                    <a:pt x="574853" y="612780"/>
                  </a:lnTo>
                  <a:close/>
                </a:path>
                <a:path w="970915" h="978534">
                  <a:moveTo>
                    <a:pt x="574853" y="795456"/>
                  </a:moveTo>
                  <a:lnTo>
                    <a:pt x="562922" y="793048"/>
                  </a:lnTo>
                  <a:lnTo>
                    <a:pt x="553180" y="786480"/>
                  </a:lnTo>
                  <a:lnTo>
                    <a:pt x="546612" y="776738"/>
                  </a:lnTo>
                  <a:lnTo>
                    <a:pt x="544204" y="764807"/>
                  </a:lnTo>
                  <a:lnTo>
                    <a:pt x="546612" y="752878"/>
                  </a:lnTo>
                  <a:lnTo>
                    <a:pt x="553180" y="743136"/>
                  </a:lnTo>
                  <a:lnTo>
                    <a:pt x="562922" y="736567"/>
                  </a:lnTo>
                  <a:lnTo>
                    <a:pt x="574853" y="734159"/>
                  </a:lnTo>
                  <a:lnTo>
                    <a:pt x="586782" y="736567"/>
                  </a:lnTo>
                  <a:lnTo>
                    <a:pt x="596524" y="743136"/>
                  </a:lnTo>
                  <a:lnTo>
                    <a:pt x="603093" y="752878"/>
                  </a:lnTo>
                  <a:lnTo>
                    <a:pt x="605501" y="764807"/>
                  </a:lnTo>
                  <a:lnTo>
                    <a:pt x="603093" y="776738"/>
                  </a:lnTo>
                  <a:lnTo>
                    <a:pt x="596524" y="786480"/>
                  </a:lnTo>
                  <a:lnTo>
                    <a:pt x="586782" y="793048"/>
                  </a:lnTo>
                  <a:lnTo>
                    <a:pt x="574853" y="795456"/>
                  </a:lnTo>
                  <a:close/>
                </a:path>
                <a:path w="970915" h="978534">
                  <a:moveTo>
                    <a:pt x="940205" y="612780"/>
                  </a:moveTo>
                  <a:lnTo>
                    <a:pt x="928275" y="610371"/>
                  </a:lnTo>
                  <a:lnTo>
                    <a:pt x="918533" y="603803"/>
                  </a:lnTo>
                  <a:lnTo>
                    <a:pt x="911965" y="594061"/>
                  </a:lnTo>
                  <a:lnTo>
                    <a:pt x="909556" y="582131"/>
                  </a:lnTo>
                  <a:lnTo>
                    <a:pt x="911965" y="570201"/>
                  </a:lnTo>
                  <a:lnTo>
                    <a:pt x="918533" y="560459"/>
                  </a:lnTo>
                  <a:lnTo>
                    <a:pt x="928276" y="553891"/>
                  </a:lnTo>
                  <a:lnTo>
                    <a:pt x="940205" y="551482"/>
                  </a:lnTo>
                  <a:lnTo>
                    <a:pt x="952135" y="553891"/>
                  </a:lnTo>
                  <a:lnTo>
                    <a:pt x="961877" y="560459"/>
                  </a:lnTo>
                  <a:lnTo>
                    <a:pt x="968445" y="570201"/>
                  </a:lnTo>
                  <a:lnTo>
                    <a:pt x="970854" y="582131"/>
                  </a:lnTo>
                  <a:lnTo>
                    <a:pt x="968445" y="594061"/>
                  </a:lnTo>
                  <a:lnTo>
                    <a:pt x="961877" y="603803"/>
                  </a:lnTo>
                  <a:lnTo>
                    <a:pt x="952135" y="610371"/>
                  </a:lnTo>
                  <a:lnTo>
                    <a:pt x="940205" y="612780"/>
                  </a:lnTo>
                  <a:close/>
                </a:path>
                <a:path w="970915" h="978534">
                  <a:moveTo>
                    <a:pt x="757529" y="612780"/>
                  </a:moveTo>
                  <a:lnTo>
                    <a:pt x="745598" y="610371"/>
                  </a:lnTo>
                  <a:lnTo>
                    <a:pt x="735856" y="603803"/>
                  </a:lnTo>
                  <a:lnTo>
                    <a:pt x="729288" y="594061"/>
                  </a:lnTo>
                  <a:lnTo>
                    <a:pt x="726880" y="582131"/>
                  </a:lnTo>
                  <a:lnTo>
                    <a:pt x="729288" y="570201"/>
                  </a:lnTo>
                  <a:lnTo>
                    <a:pt x="735856" y="560459"/>
                  </a:lnTo>
                  <a:lnTo>
                    <a:pt x="745599" y="553891"/>
                  </a:lnTo>
                  <a:lnTo>
                    <a:pt x="757529" y="551482"/>
                  </a:lnTo>
                  <a:lnTo>
                    <a:pt x="769458" y="553891"/>
                  </a:lnTo>
                  <a:lnTo>
                    <a:pt x="779201" y="560459"/>
                  </a:lnTo>
                  <a:lnTo>
                    <a:pt x="785769" y="570201"/>
                  </a:lnTo>
                  <a:lnTo>
                    <a:pt x="788178" y="582131"/>
                  </a:lnTo>
                  <a:lnTo>
                    <a:pt x="785769" y="594061"/>
                  </a:lnTo>
                  <a:lnTo>
                    <a:pt x="779201" y="603803"/>
                  </a:lnTo>
                  <a:lnTo>
                    <a:pt x="769459" y="610371"/>
                  </a:lnTo>
                  <a:lnTo>
                    <a:pt x="757529" y="612780"/>
                  </a:lnTo>
                  <a:close/>
                </a:path>
                <a:path w="970915" h="978534">
                  <a:moveTo>
                    <a:pt x="940205" y="430104"/>
                  </a:moveTo>
                  <a:lnTo>
                    <a:pt x="928275" y="427695"/>
                  </a:lnTo>
                  <a:lnTo>
                    <a:pt x="918533" y="421127"/>
                  </a:lnTo>
                  <a:lnTo>
                    <a:pt x="911965" y="411385"/>
                  </a:lnTo>
                  <a:lnTo>
                    <a:pt x="909556" y="399455"/>
                  </a:lnTo>
                  <a:lnTo>
                    <a:pt x="911965" y="387525"/>
                  </a:lnTo>
                  <a:lnTo>
                    <a:pt x="918533" y="377783"/>
                  </a:lnTo>
                  <a:lnTo>
                    <a:pt x="928276" y="371215"/>
                  </a:lnTo>
                  <a:lnTo>
                    <a:pt x="940205" y="368806"/>
                  </a:lnTo>
                  <a:lnTo>
                    <a:pt x="952135" y="371215"/>
                  </a:lnTo>
                  <a:lnTo>
                    <a:pt x="961877" y="377783"/>
                  </a:lnTo>
                  <a:lnTo>
                    <a:pt x="968445" y="387525"/>
                  </a:lnTo>
                  <a:lnTo>
                    <a:pt x="970854" y="399455"/>
                  </a:lnTo>
                  <a:lnTo>
                    <a:pt x="968445" y="411385"/>
                  </a:lnTo>
                  <a:lnTo>
                    <a:pt x="961877" y="421127"/>
                  </a:lnTo>
                  <a:lnTo>
                    <a:pt x="952135" y="427695"/>
                  </a:lnTo>
                  <a:lnTo>
                    <a:pt x="940205" y="430104"/>
                  </a:lnTo>
                  <a:close/>
                </a:path>
                <a:path w="970915" h="978534">
                  <a:moveTo>
                    <a:pt x="574853" y="247427"/>
                  </a:moveTo>
                  <a:lnTo>
                    <a:pt x="562922" y="245018"/>
                  </a:lnTo>
                  <a:lnTo>
                    <a:pt x="553180" y="238450"/>
                  </a:lnTo>
                  <a:lnTo>
                    <a:pt x="546612" y="228708"/>
                  </a:lnTo>
                  <a:lnTo>
                    <a:pt x="544204" y="216778"/>
                  </a:lnTo>
                  <a:lnTo>
                    <a:pt x="546612" y="204848"/>
                  </a:lnTo>
                  <a:lnTo>
                    <a:pt x="553180" y="195107"/>
                  </a:lnTo>
                  <a:lnTo>
                    <a:pt x="562922" y="188539"/>
                  </a:lnTo>
                  <a:lnTo>
                    <a:pt x="574853" y="186131"/>
                  </a:lnTo>
                  <a:lnTo>
                    <a:pt x="586782" y="188539"/>
                  </a:lnTo>
                  <a:lnTo>
                    <a:pt x="596524" y="195107"/>
                  </a:lnTo>
                  <a:lnTo>
                    <a:pt x="603093" y="204848"/>
                  </a:lnTo>
                  <a:lnTo>
                    <a:pt x="605501" y="216778"/>
                  </a:lnTo>
                  <a:lnTo>
                    <a:pt x="603093" y="228708"/>
                  </a:lnTo>
                  <a:lnTo>
                    <a:pt x="596524" y="238450"/>
                  </a:lnTo>
                  <a:lnTo>
                    <a:pt x="586782" y="245018"/>
                  </a:lnTo>
                  <a:lnTo>
                    <a:pt x="574853" y="247427"/>
                  </a:lnTo>
                  <a:close/>
                </a:path>
                <a:path w="970915" h="978534">
                  <a:moveTo>
                    <a:pt x="757529" y="247427"/>
                  </a:moveTo>
                  <a:lnTo>
                    <a:pt x="745598" y="245018"/>
                  </a:lnTo>
                  <a:lnTo>
                    <a:pt x="735856" y="238450"/>
                  </a:lnTo>
                  <a:lnTo>
                    <a:pt x="729288" y="228708"/>
                  </a:lnTo>
                  <a:lnTo>
                    <a:pt x="726880" y="216778"/>
                  </a:lnTo>
                  <a:lnTo>
                    <a:pt x="729288" y="204848"/>
                  </a:lnTo>
                  <a:lnTo>
                    <a:pt x="735856" y="195107"/>
                  </a:lnTo>
                  <a:lnTo>
                    <a:pt x="745598" y="188539"/>
                  </a:lnTo>
                  <a:lnTo>
                    <a:pt x="757529" y="186131"/>
                  </a:lnTo>
                  <a:lnTo>
                    <a:pt x="769458" y="188539"/>
                  </a:lnTo>
                  <a:lnTo>
                    <a:pt x="779201" y="195107"/>
                  </a:lnTo>
                  <a:lnTo>
                    <a:pt x="785769" y="204848"/>
                  </a:lnTo>
                  <a:lnTo>
                    <a:pt x="788178" y="216778"/>
                  </a:lnTo>
                  <a:lnTo>
                    <a:pt x="785769" y="228708"/>
                  </a:lnTo>
                  <a:lnTo>
                    <a:pt x="779201" y="238450"/>
                  </a:lnTo>
                  <a:lnTo>
                    <a:pt x="769458" y="245018"/>
                  </a:lnTo>
                  <a:lnTo>
                    <a:pt x="757529" y="247427"/>
                  </a:lnTo>
                  <a:close/>
                </a:path>
                <a:path w="970915" h="978534">
                  <a:moveTo>
                    <a:pt x="940205" y="247427"/>
                  </a:moveTo>
                  <a:lnTo>
                    <a:pt x="928275" y="245018"/>
                  </a:lnTo>
                  <a:lnTo>
                    <a:pt x="918533" y="238450"/>
                  </a:lnTo>
                  <a:lnTo>
                    <a:pt x="911965" y="228708"/>
                  </a:lnTo>
                  <a:lnTo>
                    <a:pt x="909556" y="216778"/>
                  </a:lnTo>
                  <a:lnTo>
                    <a:pt x="911965" y="204848"/>
                  </a:lnTo>
                  <a:lnTo>
                    <a:pt x="918533" y="195107"/>
                  </a:lnTo>
                  <a:lnTo>
                    <a:pt x="928275" y="188539"/>
                  </a:lnTo>
                  <a:lnTo>
                    <a:pt x="940205" y="186131"/>
                  </a:lnTo>
                  <a:lnTo>
                    <a:pt x="952135" y="188539"/>
                  </a:lnTo>
                  <a:lnTo>
                    <a:pt x="961877" y="195107"/>
                  </a:lnTo>
                  <a:lnTo>
                    <a:pt x="968445" y="204848"/>
                  </a:lnTo>
                  <a:lnTo>
                    <a:pt x="970854" y="216778"/>
                  </a:lnTo>
                  <a:lnTo>
                    <a:pt x="968445" y="228708"/>
                  </a:lnTo>
                  <a:lnTo>
                    <a:pt x="961877" y="238450"/>
                  </a:lnTo>
                  <a:lnTo>
                    <a:pt x="952135" y="245018"/>
                  </a:lnTo>
                  <a:lnTo>
                    <a:pt x="940205" y="247427"/>
                  </a:lnTo>
                  <a:close/>
                </a:path>
                <a:path w="970915" h="978534">
                  <a:moveTo>
                    <a:pt x="574853" y="430104"/>
                  </a:moveTo>
                  <a:lnTo>
                    <a:pt x="562922" y="427695"/>
                  </a:lnTo>
                  <a:lnTo>
                    <a:pt x="553180" y="421127"/>
                  </a:lnTo>
                  <a:lnTo>
                    <a:pt x="546612" y="411385"/>
                  </a:lnTo>
                  <a:lnTo>
                    <a:pt x="544204" y="399455"/>
                  </a:lnTo>
                  <a:lnTo>
                    <a:pt x="546612" y="387525"/>
                  </a:lnTo>
                  <a:lnTo>
                    <a:pt x="553180" y="377783"/>
                  </a:lnTo>
                  <a:lnTo>
                    <a:pt x="562923" y="371215"/>
                  </a:lnTo>
                  <a:lnTo>
                    <a:pt x="574853" y="368806"/>
                  </a:lnTo>
                  <a:lnTo>
                    <a:pt x="586782" y="371215"/>
                  </a:lnTo>
                  <a:lnTo>
                    <a:pt x="596524" y="377783"/>
                  </a:lnTo>
                  <a:lnTo>
                    <a:pt x="603093" y="387525"/>
                  </a:lnTo>
                  <a:lnTo>
                    <a:pt x="605501" y="399455"/>
                  </a:lnTo>
                  <a:lnTo>
                    <a:pt x="603093" y="411385"/>
                  </a:lnTo>
                  <a:lnTo>
                    <a:pt x="596524" y="421127"/>
                  </a:lnTo>
                  <a:lnTo>
                    <a:pt x="586782" y="427695"/>
                  </a:lnTo>
                  <a:lnTo>
                    <a:pt x="574853" y="430104"/>
                  </a:lnTo>
                  <a:close/>
                </a:path>
                <a:path w="970915" h="978534">
                  <a:moveTo>
                    <a:pt x="757529" y="430104"/>
                  </a:moveTo>
                  <a:lnTo>
                    <a:pt x="745598" y="427695"/>
                  </a:lnTo>
                  <a:lnTo>
                    <a:pt x="735856" y="421127"/>
                  </a:lnTo>
                  <a:lnTo>
                    <a:pt x="729288" y="411385"/>
                  </a:lnTo>
                  <a:lnTo>
                    <a:pt x="726880" y="399455"/>
                  </a:lnTo>
                  <a:lnTo>
                    <a:pt x="729288" y="387525"/>
                  </a:lnTo>
                  <a:lnTo>
                    <a:pt x="735857" y="377783"/>
                  </a:lnTo>
                  <a:lnTo>
                    <a:pt x="745599" y="371215"/>
                  </a:lnTo>
                  <a:lnTo>
                    <a:pt x="757529" y="368806"/>
                  </a:lnTo>
                  <a:lnTo>
                    <a:pt x="769458" y="371215"/>
                  </a:lnTo>
                  <a:lnTo>
                    <a:pt x="779201" y="377783"/>
                  </a:lnTo>
                  <a:lnTo>
                    <a:pt x="785769" y="387525"/>
                  </a:lnTo>
                  <a:lnTo>
                    <a:pt x="788178" y="399455"/>
                  </a:lnTo>
                  <a:lnTo>
                    <a:pt x="785769" y="411385"/>
                  </a:lnTo>
                  <a:lnTo>
                    <a:pt x="779201" y="421127"/>
                  </a:lnTo>
                  <a:lnTo>
                    <a:pt x="769459" y="427695"/>
                  </a:lnTo>
                  <a:lnTo>
                    <a:pt x="757529" y="430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1539" y="1080375"/>
              <a:ext cx="1763910" cy="17639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3811" y="5004084"/>
              <a:ext cx="4591049" cy="45815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9577" y="5334000"/>
              <a:ext cx="3925570" cy="3924300"/>
            </a:xfrm>
            <a:custGeom>
              <a:avLst/>
              <a:gdLst/>
              <a:ahLst/>
              <a:cxnLst/>
              <a:rect l="l" t="t" r="r" b="b"/>
              <a:pathLst>
                <a:path w="3925570" h="3924300">
                  <a:moveTo>
                    <a:pt x="2059169" y="12699"/>
                  </a:moveTo>
                  <a:lnTo>
                    <a:pt x="1866162" y="12699"/>
                  </a:lnTo>
                  <a:lnTo>
                    <a:pt x="1914270" y="0"/>
                  </a:lnTo>
                  <a:lnTo>
                    <a:pt x="2011061" y="0"/>
                  </a:lnTo>
                  <a:lnTo>
                    <a:pt x="2059169" y="12699"/>
                  </a:lnTo>
                  <a:close/>
                </a:path>
                <a:path w="3925570" h="3924300">
                  <a:moveTo>
                    <a:pt x="2201632" y="25399"/>
                  </a:moveTo>
                  <a:lnTo>
                    <a:pt x="1723699" y="25399"/>
                  </a:lnTo>
                  <a:lnTo>
                    <a:pt x="1770863" y="12699"/>
                  </a:lnTo>
                  <a:lnTo>
                    <a:pt x="2154468" y="12699"/>
                  </a:lnTo>
                  <a:lnTo>
                    <a:pt x="2201632" y="25399"/>
                  </a:lnTo>
                  <a:close/>
                </a:path>
                <a:path w="3925570" h="3924300">
                  <a:moveTo>
                    <a:pt x="2294922" y="38099"/>
                  </a:moveTo>
                  <a:lnTo>
                    <a:pt x="1630409" y="38099"/>
                  </a:lnTo>
                  <a:lnTo>
                    <a:pt x="1676876" y="25399"/>
                  </a:lnTo>
                  <a:lnTo>
                    <a:pt x="2248455" y="25399"/>
                  </a:lnTo>
                  <a:lnTo>
                    <a:pt x="2294922" y="38099"/>
                  </a:lnTo>
                  <a:close/>
                </a:path>
                <a:path w="3925570" h="3924300">
                  <a:moveTo>
                    <a:pt x="2341021" y="3898899"/>
                  </a:moveTo>
                  <a:lnTo>
                    <a:pt x="1584309" y="3898899"/>
                  </a:lnTo>
                  <a:lnTo>
                    <a:pt x="1316202" y="3822699"/>
                  </a:lnTo>
                  <a:lnTo>
                    <a:pt x="1273057" y="3809999"/>
                  </a:lnTo>
                  <a:lnTo>
                    <a:pt x="1230388" y="3784599"/>
                  </a:lnTo>
                  <a:lnTo>
                    <a:pt x="1146532" y="3759199"/>
                  </a:lnTo>
                  <a:lnTo>
                    <a:pt x="1064741" y="3708399"/>
                  </a:lnTo>
                  <a:lnTo>
                    <a:pt x="1024653" y="3695699"/>
                  </a:lnTo>
                  <a:lnTo>
                    <a:pt x="946160" y="3644899"/>
                  </a:lnTo>
                  <a:lnTo>
                    <a:pt x="907782" y="3619499"/>
                  </a:lnTo>
                  <a:lnTo>
                    <a:pt x="870000" y="3594099"/>
                  </a:lnTo>
                  <a:lnTo>
                    <a:pt x="832829" y="3568699"/>
                  </a:lnTo>
                  <a:lnTo>
                    <a:pt x="796281" y="3543299"/>
                  </a:lnTo>
                  <a:lnTo>
                    <a:pt x="760371" y="3517899"/>
                  </a:lnTo>
                  <a:lnTo>
                    <a:pt x="725111" y="3492499"/>
                  </a:lnTo>
                  <a:lnTo>
                    <a:pt x="690515" y="3467099"/>
                  </a:lnTo>
                  <a:lnTo>
                    <a:pt x="656596" y="3428999"/>
                  </a:lnTo>
                  <a:lnTo>
                    <a:pt x="623368" y="3403599"/>
                  </a:lnTo>
                  <a:lnTo>
                    <a:pt x="590845" y="3365499"/>
                  </a:lnTo>
                  <a:lnTo>
                    <a:pt x="559039" y="3340099"/>
                  </a:lnTo>
                  <a:lnTo>
                    <a:pt x="527964" y="3301999"/>
                  </a:lnTo>
                  <a:lnTo>
                    <a:pt x="497634" y="3276599"/>
                  </a:lnTo>
                  <a:lnTo>
                    <a:pt x="468061" y="3238499"/>
                  </a:lnTo>
                  <a:lnTo>
                    <a:pt x="439260" y="3200399"/>
                  </a:lnTo>
                  <a:lnTo>
                    <a:pt x="411244" y="3174999"/>
                  </a:lnTo>
                  <a:lnTo>
                    <a:pt x="384027" y="3136899"/>
                  </a:lnTo>
                  <a:lnTo>
                    <a:pt x="357621" y="3098799"/>
                  </a:lnTo>
                  <a:lnTo>
                    <a:pt x="332040" y="3060699"/>
                  </a:lnTo>
                  <a:lnTo>
                    <a:pt x="307298" y="3022599"/>
                  </a:lnTo>
                  <a:lnTo>
                    <a:pt x="283408" y="2984499"/>
                  </a:lnTo>
                  <a:lnTo>
                    <a:pt x="260383" y="2946399"/>
                  </a:lnTo>
                  <a:lnTo>
                    <a:pt x="238237" y="2908299"/>
                  </a:lnTo>
                  <a:lnTo>
                    <a:pt x="216984" y="2870199"/>
                  </a:lnTo>
                  <a:lnTo>
                    <a:pt x="196636" y="2819399"/>
                  </a:lnTo>
                  <a:lnTo>
                    <a:pt x="177208" y="2781299"/>
                  </a:lnTo>
                  <a:lnTo>
                    <a:pt x="158712" y="2743199"/>
                  </a:lnTo>
                  <a:lnTo>
                    <a:pt x="141163" y="2705099"/>
                  </a:lnTo>
                  <a:lnTo>
                    <a:pt x="124572" y="2654299"/>
                  </a:lnTo>
                  <a:lnTo>
                    <a:pt x="108955" y="2616199"/>
                  </a:lnTo>
                  <a:lnTo>
                    <a:pt x="94324" y="2565399"/>
                  </a:lnTo>
                  <a:lnTo>
                    <a:pt x="80693" y="2527299"/>
                  </a:lnTo>
                  <a:lnTo>
                    <a:pt x="68076" y="2476499"/>
                  </a:lnTo>
                  <a:lnTo>
                    <a:pt x="56485" y="2438399"/>
                  </a:lnTo>
                  <a:lnTo>
                    <a:pt x="45934" y="2387599"/>
                  </a:lnTo>
                  <a:lnTo>
                    <a:pt x="36437" y="2349499"/>
                  </a:lnTo>
                  <a:lnTo>
                    <a:pt x="28006" y="2298699"/>
                  </a:lnTo>
                  <a:lnTo>
                    <a:pt x="20657" y="2247899"/>
                  </a:lnTo>
                  <a:lnTo>
                    <a:pt x="14401" y="2209799"/>
                  </a:lnTo>
                  <a:lnTo>
                    <a:pt x="9252" y="2158999"/>
                  </a:lnTo>
                  <a:lnTo>
                    <a:pt x="5224" y="2108199"/>
                  </a:lnTo>
                  <a:lnTo>
                    <a:pt x="2331" y="2070099"/>
                  </a:lnTo>
                  <a:lnTo>
                    <a:pt x="585" y="2019299"/>
                  </a:lnTo>
                  <a:lnTo>
                    <a:pt x="0" y="1968499"/>
                  </a:lnTo>
                  <a:lnTo>
                    <a:pt x="585" y="1917699"/>
                  </a:lnTo>
                  <a:lnTo>
                    <a:pt x="2331" y="1866899"/>
                  </a:lnTo>
                  <a:lnTo>
                    <a:pt x="5224" y="1828799"/>
                  </a:lnTo>
                  <a:lnTo>
                    <a:pt x="9252" y="1777999"/>
                  </a:lnTo>
                  <a:lnTo>
                    <a:pt x="14401" y="1727199"/>
                  </a:lnTo>
                  <a:lnTo>
                    <a:pt x="20657" y="1676399"/>
                  </a:lnTo>
                  <a:lnTo>
                    <a:pt x="28006" y="1638299"/>
                  </a:lnTo>
                  <a:lnTo>
                    <a:pt x="36437" y="1587499"/>
                  </a:lnTo>
                  <a:lnTo>
                    <a:pt x="45934" y="1549399"/>
                  </a:lnTo>
                  <a:lnTo>
                    <a:pt x="56485" y="1498599"/>
                  </a:lnTo>
                  <a:lnTo>
                    <a:pt x="68076" y="1447799"/>
                  </a:lnTo>
                  <a:lnTo>
                    <a:pt x="80693" y="1409699"/>
                  </a:lnTo>
                  <a:lnTo>
                    <a:pt x="94324" y="1358899"/>
                  </a:lnTo>
                  <a:lnTo>
                    <a:pt x="108955" y="1320799"/>
                  </a:lnTo>
                  <a:lnTo>
                    <a:pt x="124572" y="1282699"/>
                  </a:lnTo>
                  <a:lnTo>
                    <a:pt x="141163" y="1231899"/>
                  </a:lnTo>
                  <a:lnTo>
                    <a:pt x="158712" y="1193799"/>
                  </a:lnTo>
                  <a:lnTo>
                    <a:pt x="177208" y="1155699"/>
                  </a:lnTo>
                  <a:lnTo>
                    <a:pt x="196636" y="1104899"/>
                  </a:lnTo>
                  <a:lnTo>
                    <a:pt x="216984" y="1066799"/>
                  </a:lnTo>
                  <a:lnTo>
                    <a:pt x="238237" y="1028699"/>
                  </a:lnTo>
                  <a:lnTo>
                    <a:pt x="260383" y="990599"/>
                  </a:lnTo>
                  <a:lnTo>
                    <a:pt x="283408" y="952499"/>
                  </a:lnTo>
                  <a:lnTo>
                    <a:pt x="307298" y="914399"/>
                  </a:lnTo>
                  <a:lnTo>
                    <a:pt x="332040" y="876299"/>
                  </a:lnTo>
                  <a:lnTo>
                    <a:pt x="357621" y="838199"/>
                  </a:lnTo>
                  <a:lnTo>
                    <a:pt x="384027" y="800099"/>
                  </a:lnTo>
                  <a:lnTo>
                    <a:pt x="411244" y="761999"/>
                  </a:lnTo>
                  <a:lnTo>
                    <a:pt x="439260" y="736599"/>
                  </a:lnTo>
                  <a:lnTo>
                    <a:pt x="468061" y="698499"/>
                  </a:lnTo>
                  <a:lnTo>
                    <a:pt x="497634" y="660399"/>
                  </a:lnTo>
                  <a:lnTo>
                    <a:pt x="527964" y="634999"/>
                  </a:lnTo>
                  <a:lnTo>
                    <a:pt x="559039" y="596899"/>
                  </a:lnTo>
                  <a:lnTo>
                    <a:pt x="590845" y="558799"/>
                  </a:lnTo>
                  <a:lnTo>
                    <a:pt x="623368" y="533399"/>
                  </a:lnTo>
                  <a:lnTo>
                    <a:pt x="656596" y="507999"/>
                  </a:lnTo>
                  <a:lnTo>
                    <a:pt x="690515" y="469899"/>
                  </a:lnTo>
                  <a:lnTo>
                    <a:pt x="725111" y="444499"/>
                  </a:lnTo>
                  <a:lnTo>
                    <a:pt x="760371" y="419099"/>
                  </a:lnTo>
                  <a:lnTo>
                    <a:pt x="796281" y="393699"/>
                  </a:lnTo>
                  <a:lnTo>
                    <a:pt x="832829" y="368299"/>
                  </a:lnTo>
                  <a:lnTo>
                    <a:pt x="870000" y="342899"/>
                  </a:lnTo>
                  <a:lnTo>
                    <a:pt x="907782" y="317499"/>
                  </a:lnTo>
                  <a:lnTo>
                    <a:pt x="985122" y="266699"/>
                  </a:lnTo>
                  <a:lnTo>
                    <a:pt x="1024653" y="241299"/>
                  </a:lnTo>
                  <a:lnTo>
                    <a:pt x="1064741" y="228599"/>
                  </a:lnTo>
                  <a:lnTo>
                    <a:pt x="1146532" y="177799"/>
                  </a:lnTo>
                  <a:lnTo>
                    <a:pt x="1230388" y="152399"/>
                  </a:lnTo>
                  <a:lnTo>
                    <a:pt x="1273057" y="126999"/>
                  </a:lnTo>
                  <a:lnTo>
                    <a:pt x="1584309" y="38099"/>
                  </a:lnTo>
                  <a:lnTo>
                    <a:pt x="2341021" y="38099"/>
                  </a:lnTo>
                  <a:lnTo>
                    <a:pt x="2652274" y="126999"/>
                  </a:lnTo>
                  <a:lnTo>
                    <a:pt x="2694942" y="152399"/>
                  </a:lnTo>
                  <a:lnTo>
                    <a:pt x="2778798" y="177799"/>
                  </a:lnTo>
                  <a:lnTo>
                    <a:pt x="2860590" y="228599"/>
                  </a:lnTo>
                  <a:lnTo>
                    <a:pt x="2900678" y="241299"/>
                  </a:lnTo>
                  <a:lnTo>
                    <a:pt x="2940209" y="266699"/>
                  </a:lnTo>
                  <a:lnTo>
                    <a:pt x="3017549" y="317499"/>
                  </a:lnTo>
                  <a:lnTo>
                    <a:pt x="3055330" y="342899"/>
                  </a:lnTo>
                  <a:lnTo>
                    <a:pt x="3092502" y="368299"/>
                  </a:lnTo>
                  <a:lnTo>
                    <a:pt x="3129049" y="393699"/>
                  </a:lnTo>
                  <a:lnTo>
                    <a:pt x="3164960" y="419099"/>
                  </a:lnTo>
                  <a:lnTo>
                    <a:pt x="3200220" y="444499"/>
                  </a:lnTo>
                  <a:lnTo>
                    <a:pt x="3234816" y="469899"/>
                  </a:lnTo>
                  <a:lnTo>
                    <a:pt x="3268734" y="507999"/>
                  </a:lnTo>
                  <a:lnTo>
                    <a:pt x="3301962" y="533399"/>
                  </a:lnTo>
                  <a:lnTo>
                    <a:pt x="3334486" y="558799"/>
                  </a:lnTo>
                  <a:lnTo>
                    <a:pt x="3366292" y="596899"/>
                  </a:lnTo>
                  <a:lnTo>
                    <a:pt x="3397367" y="634999"/>
                  </a:lnTo>
                  <a:lnTo>
                    <a:pt x="3427697" y="660399"/>
                  </a:lnTo>
                  <a:lnTo>
                    <a:pt x="3457269" y="698499"/>
                  </a:lnTo>
                  <a:lnTo>
                    <a:pt x="3486070" y="736599"/>
                  </a:lnTo>
                  <a:lnTo>
                    <a:pt x="3514086" y="761999"/>
                  </a:lnTo>
                  <a:lnTo>
                    <a:pt x="3541304" y="800099"/>
                  </a:lnTo>
                  <a:lnTo>
                    <a:pt x="3567710" y="838199"/>
                  </a:lnTo>
                  <a:lnTo>
                    <a:pt x="3593291" y="876299"/>
                  </a:lnTo>
                  <a:lnTo>
                    <a:pt x="3618033" y="914399"/>
                  </a:lnTo>
                  <a:lnTo>
                    <a:pt x="3641923" y="952499"/>
                  </a:lnTo>
                  <a:lnTo>
                    <a:pt x="3664947" y="990599"/>
                  </a:lnTo>
                  <a:lnTo>
                    <a:pt x="3687093" y="1028699"/>
                  </a:lnTo>
                  <a:lnTo>
                    <a:pt x="3708347" y="1066799"/>
                  </a:lnTo>
                  <a:lnTo>
                    <a:pt x="3728694" y="1104899"/>
                  </a:lnTo>
                  <a:lnTo>
                    <a:pt x="3748123" y="1155699"/>
                  </a:lnTo>
                  <a:lnTo>
                    <a:pt x="3766618" y="1193799"/>
                  </a:lnTo>
                  <a:lnTo>
                    <a:pt x="3784168" y="1231899"/>
                  </a:lnTo>
                  <a:lnTo>
                    <a:pt x="3800758" y="1282699"/>
                  </a:lnTo>
                  <a:lnTo>
                    <a:pt x="3816375" y="1320799"/>
                  </a:lnTo>
                  <a:lnTo>
                    <a:pt x="3831006" y="1358899"/>
                  </a:lnTo>
                  <a:lnTo>
                    <a:pt x="3844637" y="1409699"/>
                  </a:lnTo>
                  <a:lnTo>
                    <a:pt x="3857255" y="1447799"/>
                  </a:lnTo>
                  <a:lnTo>
                    <a:pt x="3868846" y="1498599"/>
                  </a:lnTo>
                  <a:lnTo>
                    <a:pt x="3879397" y="1549399"/>
                  </a:lnTo>
                  <a:lnTo>
                    <a:pt x="3888894" y="1587499"/>
                  </a:lnTo>
                  <a:lnTo>
                    <a:pt x="3897324" y="1638299"/>
                  </a:lnTo>
                  <a:lnTo>
                    <a:pt x="3904674" y="1676399"/>
                  </a:lnTo>
                  <a:lnTo>
                    <a:pt x="3910930" y="1727199"/>
                  </a:lnTo>
                  <a:lnTo>
                    <a:pt x="3916078" y="1777999"/>
                  </a:lnTo>
                  <a:lnTo>
                    <a:pt x="3920106" y="1828799"/>
                  </a:lnTo>
                  <a:lnTo>
                    <a:pt x="3923000" y="1866899"/>
                  </a:lnTo>
                  <a:lnTo>
                    <a:pt x="3924746" y="1917699"/>
                  </a:lnTo>
                  <a:lnTo>
                    <a:pt x="3925331" y="1968499"/>
                  </a:lnTo>
                  <a:lnTo>
                    <a:pt x="3924746" y="2019299"/>
                  </a:lnTo>
                  <a:lnTo>
                    <a:pt x="3923000" y="2070099"/>
                  </a:lnTo>
                  <a:lnTo>
                    <a:pt x="3920106" y="2108199"/>
                  </a:lnTo>
                  <a:lnTo>
                    <a:pt x="3916078" y="2158999"/>
                  </a:lnTo>
                  <a:lnTo>
                    <a:pt x="3910930" y="2209799"/>
                  </a:lnTo>
                  <a:lnTo>
                    <a:pt x="3904674" y="2247899"/>
                  </a:lnTo>
                  <a:lnTo>
                    <a:pt x="3897324" y="2298699"/>
                  </a:lnTo>
                  <a:lnTo>
                    <a:pt x="3888894" y="2349499"/>
                  </a:lnTo>
                  <a:lnTo>
                    <a:pt x="3879397" y="2387599"/>
                  </a:lnTo>
                  <a:lnTo>
                    <a:pt x="3868846" y="2438399"/>
                  </a:lnTo>
                  <a:lnTo>
                    <a:pt x="3857255" y="2476499"/>
                  </a:lnTo>
                  <a:lnTo>
                    <a:pt x="3844637" y="2527299"/>
                  </a:lnTo>
                  <a:lnTo>
                    <a:pt x="3831006" y="2565399"/>
                  </a:lnTo>
                  <a:lnTo>
                    <a:pt x="3816375" y="2616199"/>
                  </a:lnTo>
                  <a:lnTo>
                    <a:pt x="3800758" y="2654299"/>
                  </a:lnTo>
                  <a:lnTo>
                    <a:pt x="3784168" y="2705099"/>
                  </a:lnTo>
                  <a:lnTo>
                    <a:pt x="3766618" y="2743199"/>
                  </a:lnTo>
                  <a:lnTo>
                    <a:pt x="3748123" y="2781299"/>
                  </a:lnTo>
                  <a:lnTo>
                    <a:pt x="3728694" y="2819399"/>
                  </a:lnTo>
                  <a:lnTo>
                    <a:pt x="3708347" y="2870199"/>
                  </a:lnTo>
                  <a:lnTo>
                    <a:pt x="3687093" y="2908299"/>
                  </a:lnTo>
                  <a:lnTo>
                    <a:pt x="3664947" y="2946399"/>
                  </a:lnTo>
                  <a:lnTo>
                    <a:pt x="3641923" y="2984499"/>
                  </a:lnTo>
                  <a:lnTo>
                    <a:pt x="3618033" y="3022599"/>
                  </a:lnTo>
                  <a:lnTo>
                    <a:pt x="3593291" y="3060699"/>
                  </a:lnTo>
                  <a:lnTo>
                    <a:pt x="3567710" y="3098799"/>
                  </a:lnTo>
                  <a:lnTo>
                    <a:pt x="3541304" y="3136899"/>
                  </a:lnTo>
                  <a:lnTo>
                    <a:pt x="3514086" y="3174999"/>
                  </a:lnTo>
                  <a:lnTo>
                    <a:pt x="3486070" y="3200399"/>
                  </a:lnTo>
                  <a:lnTo>
                    <a:pt x="3457269" y="3238499"/>
                  </a:lnTo>
                  <a:lnTo>
                    <a:pt x="3427697" y="3276599"/>
                  </a:lnTo>
                  <a:lnTo>
                    <a:pt x="3397367" y="3301999"/>
                  </a:lnTo>
                  <a:lnTo>
                    <a:pt x="3366292" y="3340099"/>
                  </a:lnTo>
                  <a:lnTo>
                    <a:pt x="3334486" y="3365499"/>
                  </a:lnTo>
                  <a:lnTo>
                    <a:pt x="3301962" y="3403599"/>
                  </a:lnTo>
                  <a:lnTo>
                    <a:pt x="3268734" y="3428999"/>
                  </a:lnTo>
                  <a:lnTo>
                    <a:pt x="3234816" y="3467099"/>
                  </a:lnTo>
                  <a:lnTo>
                    <a:pt x="3200220" y="3492499"/>
                  </a:lnTo>
                  <a:lnTo>
                    <a:pt x="3164960" y="3517899"/>
                  </a:lnTo>
                  <a:lnTo>
                    <a:pt x="3129049" y="3543299"/>
                  </a:lnTo>
                  <a:lnTo>
                    <a:pt x="3092502" y="3568699"/>
                  </a:lnTo>
                  <a:lnTo>
                    <a:pt x="3055330" y="3594099"/>
                  </a:lnTo>
                  <a:lnTo>
                    <a:pt x="3017549" y="3619499"/>
                  </a:lnTo>
                  <a:lnTo>
                    <a:pt x="2979171" y="3644899"/>
                  </a:lnTo>
                  <a:lnTo>
                    <a:pt x="2900678" y="3695699"/>
                  </a:lnTo>
                  <a:lnTo>
                    <a:pt x="2860590" y="3708399"/>
                  </a:lnTo>
                  <a:lnTo>
                    <a:pt x="2778798" y="3759199"/>
                  </a:lnTo>
                  <a:lnTo>
                    <a:pt x="2694942" y="3784599"/>
                  </a:lnTo>
                  <a:lnTo>
                    <a:pt x="2652274" y="3809999"/>
                  </a:lnTo>
                  <a:lnTo>
                    <a:pt x="2609129" y="3822699"/>
                  </a:lnTo>
                  <a:lnTo>
                    <a:pt x="2341021" y="3898899"/>
                  </a:lnTo>
                  <a:close/>
                </a:path>
                <a:path w="3925570" h="3924300">
                  <a:moveTo>
                    <a:pt x="2248455" y="3911599"/>
                  </a:moveTo>
                  <a:lnTo>
                    <a:pt x="1676876" y="3911599"/>
                  </a:lnTo>
                  <a:lnTo>
                    <a:pt x="1630409" y="3898899"/>
                  </a:lnTo>
                  <a:lnTo>
                    <a:pt x="2294922" y="3898899"/>
                  </a:lnTo>
                  <a:lnTo>
                    <a:pt x="2248455" y="3911599"/>
                  </a:lnTo>
                  <a:close/>
                </a:path>
                <a:path w="3925570" h="3924300">
                  <a:moveTo>
                    <a:pt x="2154468" y="3924299"/>
                  </a:moveTo>
                  <a:lnTo>
                    <a:pt x="1770863" y="3924299"/>
                  </a:lnTo>
                  <a:lnTo>
                    <a:pt x="1723699" y="3911599"/>
                  </a:lnTo>
                  <a:lnTo>
                    <a:pt x="2201632" y="3911599"/>
                  </a:lnTo>
                  <a:lnTo>
                    <a:pt x="2154468" y="39242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5087" y="5568478"/>
              <a:ext cx="3454311" cy="3454311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93645">
              <a:lnSpc>
                <a:spcPct val="126499"/>
              </a:lnSpc>
              <a:spcBef>
                <a:spcPts val="95"/>
              </a:spcBef>
            </a:pPr>
            <a:r>
              <a:rPr spc="-110" dirty="0">
                <a:solidFill>
                  <a:srgbClr val="20989A"/>
                </a:solidFill>
              </a:rPr>
              <a:t>HOSPITAL </a:t>
            </a:r>
            <a:r>
              <a:rPr spc="155" dirty="0"/>
              <a:t>MANAGEMENT</a:t>
            </a:r>
          </a:p>
        </p:txBody>
      </p:sp>
      <p:sp>
        <p:nvSpPr>
          <p:cNvPr id="24" name="object 24"/>
          <p:cNvSpPr/>
          <p:nvPr/>
        </p:nvSpPr>
        <p:spPr>
          <a:xfrm flipV="1">
            <a:off x="104790" y="701159"/>
            <a:ext cx="1296258" cy="558737"/>
          </a:xfrm>
          <a:custGeom>
            <a:avLst/>
            <a:gdLst/>
            <a:ahLst/>
            <a:cxnLst/>
            <a:rect l="l" t="t" r="r" b="b"/>
            <a:pathLst>
              <a:path w="4378325" h="872489">
                <a:moveTo>
                  <a:pt x="3942085" y="872144"/>
                </a:moveTo>
                <a:lnTo>
                  <a:pt x="436072" y="872144"/>
                </a:lnTo>
                <a:lnTo>
                  <a:pt x="388557" y="869585"/>
                </a:lnTo>
                <a:lnTo>
                  <a:pt x="342524" y="862086"/>
                </a:lnTo>
                <a:lnTo>
                  <a:pt x="298239" y="849912"/>
                </a:lnTo>
                <a:lnTo>
                  <a:pt x="255968" y="833331"/>
                </a:lnTo>
                <a:lnTo>
                  <a:pt x="215978" y="812607"/>
                </a:lnTo>
                <a:lnTo>
                  <a:pt x="178533" y="788007"/>
                </a:lnTo>
                <a:lnTo>
                  <a:pt x="143901" y="759797"/>
                </a:lnTo>
                <a:lnTo>
                  <a:pt x="112346" y="728242"/>
                </a:lnTo>
                <a:lnTo>
                  <a:pt x="84136" y="693610"/>
                </a:lnTo>
                <a:lnTo>
                  <a:pt x="59536" y="656165"/>
                </a:lnTo>
                <a:lnTo>
                  <a:pt x="38812" y="616175"/>
                </a:lnTo>
                <a:lnTo>
                  <a:pt x="22231" y="573904"/>
                </a:lnTo>
                <a:lnTo>
                  <a:pt x="10057" y="529619"/>
                </a:lnTo>
                <a:lnTo>
                  <a:pt x="2558" y="483586"/>
                </a:lnTo>
                <a:lnTo>
                  <a:pt x="0" y="436072"/>
                </a:lnTo>
                <a:lnTo>
                  <a:pt x="2558" y="388557"/>
                </a:lnTo>
                <a:lnTo>
                  <a:pt x="10057" y="342524"/>
                </a:lnTo>
                <a:lnTo>
                  <a:pt x="22231" y="298239"/>
                </a:lnTo>
                <a:lnTo>
                  <a:pt x="38812" y="255968"/>
                </a:lnTo>
                <a:lnTo>
                  <a:pt x="59536" y="215978"/>
                </a:lnTo>
                <a:lnTo>
                  <a:pt x="84136" y="178533"/>
                </a:lnTo>
                <a:lnTo>
                  <a:pt x="112346" y="143901"/>
                </a:lnTo>
                <a:lnTo>
                  <a:pt x="143901" y="112346"/>
                </a:lnTo>
                <a:lnTo>
                  <a:pt x="178533" y="84136"/>
                </a:lnTo>
                <a:lnTo>
                  <a:pt x="215978" y="59536"/>
                </a:lnTo>
                <a:lnTo>
                  <a:pt x="255968" y="38812"/>
                </a:lnTo>
                <a:lnTo>
                  <a:pt x="298239" y="22231"/>
                </a:lnTo>
                <a:lnTo>
                  <a:pt x="342524" y="10057"/>
                </a:lnTo>
                <a:lnTo>
                  <a:pt x="388557" y="2558"/>
                </a:lnTo>
                <a:lnTo>
                  <a:pt x="436072" y="0"/>
                </a:lnTo>
                <a:lnTo>
                  <a:pt x="3942085" y="0"/>
                </a:lnTo>
                <a:lnTo>
                  <a:pt x="3989600" y="2558"/>
                </a:lnTo>
                <a:lnTo>
                  <a:pt x="4035633" y="10057"/>
                </a:lnTo>
                <a:lnTo>
                  <a:pt x="4079918" y="22231"/>
                </a:lnTo>
                <a:lnTo>
                  <a:pt x="4122188" y="38812"/>
                </a:lnTo>
                <a:lnTo>
                  <a:pt x="4162179" y="59536"/>
                </a:lnTo>
                <a:lnTo>
                  <a:pt x="4199624" y="84136"/>
                </a:lnTo>
                <a:lnTo>
                  <a:pt x="4234256" y="112346"/>
                </a:lnTo>
                <a:lnTo>
                  <a:pt x="4265810" y="143901"/>
                </a:lnTo>
                <a:lnTo>
                  <a:pt x="4294020" y="178533"/>
                </a:lnTo>
                <a:lnTo>
                  <a:pt x="4318620" y="215978"/>
                </a:lnTo>
                <a:lnTo>
                  <a:pt x="4339344" y="255968"/>
                </a:lnTo>
                <a:lnTo>
                  <a:pt x="4355926" y="298239"/>
                </a:lnTo>
                <a:lnTo>
                  <a:pt x="4368099" y="342524"/>
                </a:lnTo>
                <a:lnTo>
                  <a:pt x="4375598" y="388557"/>
                </a:lnTo>
                <a:lnTo>
                  <a:pt x="4377754" y="428596"/>
                </a:lnTo>
                <a:lnTo>
                  <a:pt x="4377754" y="443547"/>
                </a:lnTo>
                <a:lnTo>
                  <a:pt x="4375598" y="483586"/>
                </a:lnTo>
                <a:lnTo>
                  <a:pt x="4368099" y="529619"/>
                </a:lnTo>
                <a:lnTo>
                  <a:pt x="4355926" y="573904"/>
                </a:lnTo>
                <a:lnTo>
                  <a:pt x="4339344" y="616175"/>
                </a:lnTo>
                <a:lnTo>
                  <a:pt x="4318620" y="656165"/>
                </a:lnTo>
                <a:lnTo>
                  <a:pt x="4294020" y="693610"/>
                </a:lnTo>
                <a:lnTo>
                  <a:pt x="4265810" y="728242"/>
                </a:lnTo>
                <a:lnTo>
                  <a:pt x="4234256" y="759797"/>
                </a:lnTo>
                <a:lnTo>
                  <a:pt x="4199624" y="788007"/>
                </a:lnTo>
                <a:lnTo>
                  <a:pt x="4162179" y="812607"/>
                </a:lnTo>
                <a:lnTo>
                  <a:pt x="4122188" y="833331"/>
                </a:lnTo>
                <a:lnTo>
                  <a:pt x="4079918" y="849912"/>
                </a:lnTo>
                <a:lnTo>
                  <a:pt x="4035633" y="862086"/>
                </a:lnTo>
                <a:lnTo>
                  <a:pt x="3989600" y="869585"/>
                </a:lnTo>
                <a:lnTo>
                  <a:pt x="3942085" y="872144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885A63-F0E6-9F8A-2ECC-5311A34B5C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272" y="800424"/>
            <a:ext cx="4926565" cy="13237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232EFF-FF51-F663-3096-584F3B8B76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8770" y="9103852"/>
            <a:ext cx="741966" cy="7654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91B891-0C62-E211-C12C-45BF7F62A4D5}"/>
              </a:ext>
            </a:extLst>
          </p:cNvPr>
          <p:cNvSpPr txBox="1"/>
          <p:nvPr/>
        </p:nvSpPr>
        <p:spPr>
          <a:xfrm>
            <a:off x="13312763" y="9224966"/>
            <a:ext cx="9346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https://provegaa.com/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C660-291A-F31B-A6B9-4A1A084A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47700"/>
            <a:ext cx="16357600" cy="1015663"/>
          </a:xfrm>
        </p:spPr>
        <p:txBody>
          <a:bodyPr/>
          <a:lstStyle/>
          <a:p>
            <a:r>
              <a:rPr lang="en-IN" sz="6600" u="sng" dirty="0">
                <a:latin typeface="Trade Gothic Next Heavy" panose="020B0903040303020004" pitchFamily="34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EA794-ED08-1860-D44A-826B124F1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4600" y="2705100"/>
            <a:ext cx="7518400" cy="6096000"/>
          </a:xfrm>
        </p:spPr>
        <p:txBody>
          <a:bodyPr/>
          <a:lstStyle/>
          <a:p>
            <a:r>
              <a:rPr lang="en-US" sz="4000" b="0" dirty="0">
                <a:latin typeface="Abadi" panose="020F0502020204030204" pitchFamily="34" charset="0"/>
              </a:rPr>
              <a:t>.Hospital Management System (HMS) is a software solution designed to manage hospital operations efficiently.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.It reduces manual work and errors.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.Improves patient care and satisfaction.</a:t>
            </a:r>
          </a:p>
          <a:p>
            <a:r>
              <a:rPr lang="en-US" sz="4000" b="0" dirty="0">
                <a:latin typeface="Abadi" panose="020F0502020204030204" pitchFamily="34" charset="0"/>
              </a:rPr>
              <a:t>.Provides secure and easy access to data</a:t>
            </a:r>
            <a:endParaRPr lang="en-IN" sz="4000" b="0" dirty="0">
              <a:latin typeface="Abadi" panose="020F050202020403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3DA5C9E-4558-86D9-79E5-CCC4BA2A11F6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705100"/>
            <a:ext cx="7518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50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49238"/>
              <a:ext cx="16320097" cy="743776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644582" y="0"/>
              <a:ext cx="7643495" cy="10287000"/>
            </a:xfrm>
            <a:custGeom>
              <a:avLst/>
              <a:gdLst/>
              <a:ahLst/>
              <a:cxnLst/>
              <a:rect l="l" t="t" r="r" b="b"/>
              <a:pathLst>
                <a:path w="7643494" h="10287000">
                  <a:moveTo>
                    <a:pt x="7643417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5604822" y="0"/>
                  </a:lnTo>
                  <a:lnTo>
                    <a:pt x="7643417" y="7950469"/>
                  </a:lnTo>
                  <a:lnTo>
                    <a:pt x="7643417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52209" y="0"/>
              <a:ext cx="3075902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473930" y="0"/>
              <a:ext cx="3814445" cy="10287000"/>
            </a:xfrm>
            <a:custGeom>
              <a:avLst/>
              <a:gdLst/>
              <a:ahLst/>
              <a:cxnLst/>
              <a:rect l="l" t="t" r="r" b="b"/>
              <a:pathLst>
                <a:path w="3814444" h="10287000">
                  <a:moveTo>
                    <a:pt x="3814069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814069" y="0"/>
                  </a:lnTo>
                  <a:lnTo>
                    <a:pt x="3814069" y="10287000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92834" y="1476883"/>
              <a:ext cx="6043653" cy="73300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92834" y="1476955"/>
              <a:ext cx="6043930" cy="7332980"/>
            </a:xfrm>
            <a:custGeom>
              <a:avLst/>
              <a:gdLst/>
              <a:ahLst/>
              <a:cxnLst/>
              <a:rect l="l" t="t" r="r" b="b"/>
              <a:pathLst>
                <a:path w="6043930" h="7332980">
                  <a:moveTo>
                    <a:pt x="5703213" y="0"/>
                  </a:moveTo>
                  <a:lnTo>
                    <a:pt x="5749227" y="3121"/>
                  </a:lnTo>
                  <a:lnTo>
                    <a:pt x="5793409" y="12209"/>
                  </a:lnTo>
                  <a:lnTo>
                    <a:pt x="5835346" y="26851"/>
                  </a:lnTo>
                  <a:lnTo>
                    <a:pt x="5874624" y="46633"/>
                  </a:lnTo>
                  <a:lnTo>
                    <a:pt x="5910831" y="71142"/>
                  </a:lnTo>
                  <a:lnTo>
                    <a:pt x="5943551" y="99963"/>
                  </a:lnTo>
                  <a:lnTo>
                    <a:pt x="5972373" y="132683"/>
                  </a:lnTo>
                  <a:lnTo>
                    <a:pt x="5996882" y="168890"/>
                  </a:lnTo>
                  <a:lnTo>
                    <a:pt x="6016664" y="208168"/>
                  </a:lnTo>
                  <a:lnTo>
                    <a:pt x="6031306" y="250105"/>
                  </a:lnTo>
                  <a:lnTo>
                    <a:pt x="6040394" y="294288"/>
                  </a:lnTo>
                  <a:lnTo>
                    <a:pt x="6043516" y="340301"/>
                  </a:lnTo>
                  <a:lnTo>
                    <a:pt x="6043516" y="7057568"/>
                  </a:lnTo>
                  <a:lnTo>
                    <a:pt x="6039894" y="7106892"/>
                  </a:lnTo>
                  <a:lnTo>
                    <a:pt x="6029380" y="7152492"/>
                  </a:lnTo>
                  <a:lnTo>
                    <a:pt x="6012496" y="7193944"/>
                  </a:lnTo>
                  <a:lnTo>
                    <a:pt x="5989768" y="7230826"/>
                  </a:lnTo>
                  <a:lnTo>
                    <a:pt x="5961719" y="7262716"/>
                  </a:lnTo>
                  <a:lnTo>
                    <a:pt x="5928874" y="7289189"/>
                  </a:lnTo>
                  <a:lnTo>
                    <a:pt x="5891757" y="7309824"/>
                  </a:lnTo>
                  <a:lnTo>
                    <a:pt x="5850892" y="7324197"/>
                  </a:lnTo>
                  <a:lnTo>
                    <a:pt x="5806804" y="7331885"/>
                  </a:lnTo>
                  <a:lnTo>
                    <a:pt x="5760017" y="7332467"/>
                  </a:lnTo>
                  <a:lnTo>
                    <a:pt x="5711055" y="7325518"/>
                  </a:lnTo>
                  <a:lnTo>
                    <a:pt x="1823474" y="6479202"/>
                  </a:lnTo>
                  <a:lnTo>
                    <a:pt x="1777774" y="6466383"/>
                  </a:lnTo>
                  <a:lnTo>
                    <a:pt x="1732448" y="6448156"/>
                  </a:lnTo>
                  <a:lnTo>
                    <a:pt x="1687998" y="6425008"/>
                  </a:lnTo>
                  <a:lnTo>
                    <a:pt x="1644928" y="6397431"/>
                  </a:lnTo>
                  <a:lnTo>
                    <a:pt x="1603740" y="6365915"/>
                  </a:lnTo>
                  <a:lnTo>
                    <a:pt x="1564937" y="6330949"/>
                  </a:lnTo>
                  <a:lnTo>
                    <a:pt x="1529023" y="6293024"/>
                  </a:lnTo>
                  <a:lnTo>
                    <a:pt x="1496499" y="6252630"/>
                  </a:lnTo>
                  <a:lnTo>
                    <a:pt x="1467870" y="6210257"/>
                  </a:lnTo>
                  <a:lnTo>
                    <a:pt x="1443638" y="6166396"/>
                  </a:lnTo>
                  <a:lnTo>
                    <a:pt x="1424306" y="6121536"/>
                  </a:lnTo>
                  <a:lnTo>
                    <a:pt x="1410377" y="6076167"/>
                  </a:lnTo>
                  <a:lnTo>
                    <a:pt x="8776" y="330536"/>
                  </a:lnTo>
                  <a:lnTo>
                    <a:pt x="598" y="281886"/>
                  </a:lnTo>
                  <a:lnTo>
                    <a:pt x="0" y="235386"/>
                  </a:lnTo>
                  <a:lnTo>
                    <a:pt x="6573" y="191562"/>
                  </a:lnTo>
                  <a:lnTo>
                    <a:pt x="19911" y="150935"/>
                  </a:lnTo>
                  <a:lnTo>
                    <a:pt x="39602" y="114028"/>
                  </a:lnTo>
                  <a:lnTo>
                    <a:pt x="65239" y="81365"/>
                  </a:lnTo>
                  <a:lnTo>
                    <a:pt x="96412" y="53468"/>
                  </a:lnTo>
                  <a:lnTo>
                    <a:pt x="132713" y="30860"/>
                  </a:lnTo>
                  <a:lnTo>
                    <a:pt x="173733" y="14064"/>
                  </a:lnTo>
                  <a:lnTo>
                    <a:pt x="219063" y="3603"/>
                  </a:lnTo>
                  <a:lnTo>
                    <a:pt x="268294" y="0"/>
                  </a:lnTo>
                  <a:lnTo>
                    <a:pt x="5703213" y="0"/>
                  </a:lnTo>
                </a:path>
              </a:pathLst>
            </a:custGeom>
            <a:ln w="2286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13396" y="477525"/>
              <a:ext cx="1762124" cy="21907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68853" y="8060889"/>
              <a:ext cx="904874" cy="904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74452" y="0"/>
              <a:ext cx="2391789" cy="60503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0079" y="7238217"/>
              <a:ext cx="1632128" cy="304878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95508" y="5058498"/>
              <a:ext cx="9333230" cy="4186554"/>
            </a:xfrm>
            <a:custGeom>
              <a:avLst/>
              <a:gdLst/>
              <a:ahLst/>
              <a:cxnLst/>
              <a:rect l="l" t="t" r="r" b="b"/>
              <a:pathLst>
                <a:path w="9333230" h="4186554">
                  <a:moveTo>
                    <a:pt x="9332735" y="3193885"/>
                  </a:moveTo>
                  <a:lnTo>
                    <a:pt x="9331592" y="3145790"/>
                  </a:lnTo>
                  <a:lnTo>
                    <a:pt x="9328188" y="3098292"/>
                  </a:lnTo>
                  <a:lnTo>
                    <a:pt x="9322587" y="3051429"/>
                  </a:lnTo>
                  <a:lnTo>
                    <a:pt x="9314840" y="3005264"/>
                  </a:lnTo>
                  <a:lnTo>
                    <a:pt x="9304985" y="2959849"/>
                  </a:lnTo>
                  <a:lnTo>
                    <a:pt x="9293085" y="2915234"/>
                  </a:lnTo>
                  <a:lnTo>
                    <a:pt x="9279191" y="2871470"/>
                  </a:lnTo>
                  <a:lnTo>
                    <a:pt x="9263367" y="2828607"/>
                  </a:lnTo>
                  <a:lnTo>
                    <a:pt x="9245638" y="2786697"/>
                  </a:lnTo>
                  <a:lnTo>
                    <a:pt x="9226067" y="2745790"/>
                  </a:lnTo>
                  <a:lnTo>
                    <a:pt x="9204719" y="2705951"/>
                  </a:lnTo>
                  <a:lnTo>
                    <a:pt x="9181643" y="2667216"/>
                  </a:lnTo>
                  <a:lnTo>
                    <a:pt x="9156865" y="2629636"/>
                  </a:lnTo>
                  <a:lnTo>
                    <a:pt x="9130474" y="2593276"/>
                  </a:lnTo>
                  <a:lnTo>
                    <a:pt x="9102496" y="2558186"/>
                  </a:lnTo>
                  <a:lnTo>
                    <a:pt x="9072994" y="2524417"/>
                  </a:lnTo>
                  <a:lnTo>
                    <a:pt x="9042019" y="2492019"/>
                  </a:lnTo>
                  <a:lnTo>
                    <a:pt x="9009609" y="2461044"/>
                  </a:lnTo>
                  <a:lnTo>
                    <a:pt x="8975839" y="2431542"/>
                  </a:lnTo>
                  <a:lnTo>
                    <a:pt x="8940749" y="2403564"/>
                  </a:lnTo>
                  <a:lnTo>
                    <a:pt x="8904389" y="2377160"/>
                  </a:lnTo>
                  <a:lnTo>
                    <a:pt x="8866822" y="2352395"/>
                  </a:lnTo>
                  <a:lnTo>
                    <a:pt x="8828087" y="2329307"/>
                  </a:lnTo>
                  <a:lnTo>
                    <a:pt x="8788248" y="2307958"/>
                  </a:lnTo>
                  <a:lnTo>
                    <a:pt x="8747341" y="2288400"/>
                  </a:lnTo>
                  <a:lnTo>
                    <a:pt x="8705431" y="2270671"/>
                  </a:lnTo>
                  <a:lnTo>
                    <a:pt x="8662568" y="2254834"/>
                  </a:lnTo>
                  <a:lnTo>
                    <a:pt x="8618791" y="2240940"/>
                  </a:lnTo>
                  <a:lnTo>
                    <a:pt x="8574176" y="2229040"/>
                  </a:lnTo>
                  <a:lnTo>
                    <a:pt x="8528761" y="2219198"/>
                  </a:lnTo>
                  <a:lnTo>
                    <a:pt x="8482597" y="2211438"/>
                  </a:lnTo>
                  <a:lnTo>
                    <a:pt x="8435734" y="2205837"/>
                  </a:lnTo>
                  <a:lnTo>
                    <a:pt x="8388236" y="2202446"/>
                  </a:lnTo>
                  <a:lnTo>
                    <a:pt x="8340141" y="2201291"/>
                  </a:lnTo>
                  <a:lnTo>
                    <a:pt x="992593" y="2201291"/>
                  </a:lnTo>
                  <a:lnTo>
                    <a:pt x="944499" y="2202446"/>
                  </a:lnTo>
                  <a:lnTo>
                    <a:pt x="897001" y="2205837"/>
                  </a:lnTo>
                  <a:lnTo>
                    <a:pt x="850138" y="2211438"/>
                  </a:lnTo>
                  <a:lnTo>
                    <a:pt x="803973" y="2219198"/>
                  </a:lnTo>
                  <a:lnTo>
                    <a:pt x="758558" y="2229040"/>
                  </a:lnTo>
                  <a:lnTo>
                    <a:pt x="713943" y="2240940"/>
                  </a:lnTo>
                  <a:lnTo>
                    <a:pt x="670179" y="2254834"/>
                  </a:lnTo>
                  <a:lnTo>
                    <a:pt x="627303" y="2270671"/>
                  </a:lnTo>
                  <a:lnTo>
                    <a:pt x="585393" y="2288400"/>
                  </a:lnTo>
                  <a:lnTo>
                    <a:pt x="544499" y="2307958"/>
                  </a:lnTo>
                  <a:lnTo>
                    <a:pt x="504647" y="2329307"/>
                  </a:lnTo>
                  <a:lnTo>
                    <a:pt x="465912" y="2352395"/>
                  </a:lnTo>
                  <a:lnTo>
                    <a:pt x="428345" y="2377160"/>
                  </a:lnTo>
                  <a:lnTo>
                    <a:pt x="391985" y="2403564"/>
                  </a:lnTo>
                  <a:lnTo>
                    <a:pt x="356895" y="2431542"/>
                  </a:lnTo>
                  <a:lnTo>
                    <a:pt x="323126" y="2461044"/>
                  </a:lnTo>
                  <a:lnTo>
                    <a:pt x="290728" y="2492019"/>
                  </a:lnTo>
                  <a:lnTo>
                    <a:pt x="259753" y="2524417"/>
                  </a:lnTo>
                  <a:lnTo>
                    <a:pt x="230238" y="2558186"/>
                  </a:lnTo>
                  <a:lnTo>
                    <a:pt x="202272" y="2593276"/>
                  </a:lnTo>
                  <a:lnTo>
                    <a:pt x="175869" y="2629636"/>
                  </a:lnTo>
                  <a:lnTo>
                    <a:pt x="151104" y="2667216"/>
                  </a:lnTo>
                  <a:lnTo>
                    <a:pt x="128016" y="2705951"/>
                  </a:lnTo>
                  <a:lnTo>
                    <a:pt x="106667" y="2745790"/>
                  </a:lnTo>
                  <a:lnTo>
                    <a:pt x="87096" y="2786697"/>
                  </a:lnTo>
                  <a:lnTo>
                    <a:pt x="69380" y="2828607"/>
                  </a:lnTo>
                  <a:lnTo>
                    <a:pt x="53543" y="2871470"/>
                  </a:lnTo>
                  <a:lnTo>
                    <a:pt x="39649" y="2915234"/>
                  </a:lnTo>
                  <a:lnTo>
                    <a:pt x="27749" y="2959849"/>
                  </a:lnTo>
                  <a:lnTo>
                    <a:pt x="17907" y="3005264"/>
                  </a:lnTo>
                  <a:lnTo>
                    <a:pt x="10147" y="3051429"/>
                  </a:lnTo>
                  <a:lnTo>
                    <a:pt x="4546" y="3098292"/>
                  </a:lnTo>
                  <a:lnTo>
                    <a:pt x="1143" y="3145790"/>
                  </a:lnTo>
                  <a:lnTo>
                    <a:pt x="0" y="3193885"/>
                  </a:lnTo>
                  <a:lnTo>
                    <a:pt x="1143" y="3241979"/>
                  </a:lnTo>
                  <a:lnTo>
                    <a:pt x="4546" y="3289477"/>
                  </a:lnTo>
                  <a:lnTo>
                    <a:pt x="10147" y="3336340"/>
                  </a:lnTo>
                  <a:lnTo>
                    <a:pt x="17907" y="3382505"/>
                  </a:lnTo>
                  <a:lnTo>
                    <a:pt x="27749" y="3427920"/>
                  </a:lnTo>
                  <a:lnTo>
                    <a:pt x="39649" y="3472535"/>
                  </a:lnTo>
                  <a:lnTo>
                    <a:pt x="53543" y="3516299"/>
                  </a:lnTo>
                  <a:lnTo>
                    <a:pt x="69380" y="3559162"/>
                  </a:lnTo>
                  <a:lnTo>
                    <a:pt x="87096" y="3601072"/>
                  </a:lnTo>
                  <a:lnTo>
                    <a:pt x="106667" y="3641979"/>
                  </a:lnTo>
                  <a:lnTo>
                    <a:pt x="128016" y="3681831"/>
                  </a:lnTo>
                  <a:lnTo>
                    <a:pt x="151104" y="3720566"/>
                  </a:lnTo>
                  <a:lnTo>
                    <a:pt x="175869" y="3758133"/>
                  </a:lnTo>
                  <a:lnTo>
                    <a:pt x="202272" y="3794493"/>
                  </a:lnTo>
                  <a:lnTo>
                    <a:pt x="230238" y="3829583"/>
                  </a:lnTo>
                  <a:lnTo>
                    <a:pt x="259753" y="3863352"/>
                  </a:lnTo>
                  <a:lnTo>
                    <a:pt x="290728" y="3895750"/>
                  </a:lnTo>
                  <a:lnTo>
                    <a:pt x="323126" y="3926725"/>
                  </a:lnTo>
                  <a:lnTo>
                    <a:pt x="356895" y="3956227"/>
                  </a:lnTo>
                  <a:lnTo>
                    <a:pt x="391985" y="3984206"/>
                  </a:lnTo>
                  <a:lnTo>
                    <a:pt x="428345" y="4010609"/>
                  </a:lnTo>
                  <a:lnTo>
                    <a:pt x="465912" y="4035374"/>
                  </a:lnTo>
                  <a:lnTo>
                    <a:pt x="504647" y="4058462"/>
                  </a:lnTo>
                  <a:lnTo>
                    <a:pt x="544499" y="4079811"/>
                  </a:lnTo>
                  <a:lnTo>
                    <a:pt x="585393" y="4099369"/>
                  </a:lnTo>
                  <a:lnTo>
                    <a:pt x="627303" y="4117098"/>
                  </a:lnTo>
                  <a:lnTo>
                    <a:pt x="670179" y="4132935"/>
                  </a:lnTo>
                  <a:lnTo>
                    <a:pt x="713943" y="4146829"/>
                  </a:lnTo>
                  <a:lnTo>
                    <a:pt x="758558" y="4158729"/>
                  </a:lnTo>
                  <a:lnTo>
                    <a:pt x="803973" y="4168571"/>
                  </a:lnTo>
                  <a:lnTo>
                    <a:pt x="850138" y="4176331"/>
                  </a:lnTo>
                  <a:lnTo>
                    <a:pt x="897001" y="4181932"/>
                  </a:lnTo>
                  <a:lnTo>
                    <a:pt x="944499" y="4185323"/>
                  </a:lnTo>
                  <a:lnTo>
                    <a:pt x="992593" y="4186478"/>
                  </a:lnTo>
                  <a:lnTo>
                    <a:pt x="8340141" y="4186478"/>
                  </a:lnTo>
                  <a:lnTo>
                    <a:pt x="8388236" y="4185323"/>
                  </a:lnTo>
                  <a:lnTo>
                    <a:pt x="8435734" y="4181932"/>
                  </a:lnTo>
                  <a:lnTo>
                    <a:pt x="8482597" y="4176331"/>
                  </a:lnTo>
                  <a:lnTo>
                    <a:pt x="8528761" y="4168571"/>
                  </a:lnTo>
                  <a:lnTo>
                    <a:pt x="8574176" y="4158729"/>
                  </a:lnTo>
                  <a:lnTo>
                    <a:pt x="8618791" y="4146829"/>
                  </a:lnTo>
                  <a:lnTo>
                    <a:pt x="8662568" y="4132935"/>
                  </a:lnTo>
                  <a:lnTo>
                    <a:pt x="8705431" y="4117098"/>
                  </a:lnTo>
                  <a:lnTo>
                    <a:pt x="8747341" y="4099369"/>
                  </a:lnTo>
                  <a:lnTo>
                    <a:pt x="8788248" y="4079811"/>
                  </a:lnTo>
                  <a:lnTo>
                    <a:pt x="8828087" y="4058462"/>
                  </a:lnTo>
                  <a:lnTo>
                    <a:pt x="8866822" y="4035374"/>
                  </a:lnTo>
                  <a:lnTo>
                    <a:pt x="8904389" y="4010609"/>
                  </a:lnTo>
                  <a:lnTo>
                    <a:pt x="8940749" y="3984206"/>
                  </a:lnTo>
                  <a:lnTo>
                    <a:pt x="8975839" y="3956227"/>
                  </a:lnTo>
                  <a:lnTo>
                    <a:pt x="9009609" y="3926725"/>
                  </a:lnTo>
                  <a:lnTo>
                    <a:pt x="9042019" y="3895750"/>
                  </a:lnTo>
                  <a:lnTo>
                    <a:pt x="9072994" y="3863352"/>
                  </a:lnTo>
                  <a:lnTo>
                    <a:pt x="9102496" y="3829583"/>
                  </a:lnTo>
                  <a:lnTo>
                    <a:pt x="9130474" y="3794493"/>
                  </a:lnTo>
                  <a:lnTo>
                    <a:pt x="9156865" y="3758133"/>
                  </a:lnTo>
                  <a:lnTo>
                    <a:pt x="9181643" y="3720566"/>
                  </a:lnTo>
                  <a:lnTo>
                    <a:pt x="9204719" y="3681831"/>
                  </a:lnTo>
                  <a:lnTo>
                    <a:pt x="9226067" y="3641979"/>
                  </a:lnTo>
                  <a:lnTo>
                    <a:pt x="9245638" y="3601072"/>
                  </a:lnTo>
                  <a:lnTo>
                    <a:pt x="9263367" y="3559162"/>
                  </a:lnTo>
                  <a:lnTo>
                    <a:pt x="9279191" y="3516299"/>
                  </a:lnTo>
                  <a:lnTo>
                    <a:pt x="9293085" y="3472535"/>
                  </a:lnTo>
                  <a:lnTo>
                    <a:pt x="9304985" y="3427920"/>
                  </a:lnTo>
                  <a:lnTo>
                    <a:pt x="9314840" y="3382505"/>
                  </a:lnTo>
                  <a:lnTo>
                    <a:pt x="9322587" y="3336340"/>
                  </a:lnTo>
                  <a:lnTo>
                    <a:pt x="9328188" y="3289477"/>
                  </a:lnTo>
                  <a:lnTo>
                    <a:pt x="9331592" y="3241979"/>
                  </a:lnTo>
                  <a:lnTo>
                    <a:pt x="9332735" y="3193885"/>
                  </a:lnTo>
                  <a:close/>
                </a:path>
                <a:path w="9333230" h="4186554">
                  <a:moveTo>
                    <a:pt x="9332735" y="992593"/>
                  </a:moveTo>
                  <a:lnTo>
                    <a:pt x="9331592" y="944499"/>
                  </a:lnTo>
                  <a:lnTo>
                    <a:pt x="9328188" y="897001"/>
                  </a:lnTo>
                  <a:lnTo>
                    <a:pt x="9322587" y="850138"/>
                  </a:lnTo>
                  <a:lnTo>
                    <a:pt x="9314840" y="803973"/>
                  </a:lnTo>
                  <a:lnTo>
                    <a:pt x="9304985" y="758558"/>
                  </a:lnTo>
                  <a:lnTo>
                    <a:pt x="9293085" y="713943"/>
                  </a:lnTo>
                  <a:lnTo>
                    <a:pt x="9279191" y="670179"/>
                  </a:lnTo>
                  <a:lnTo>
                    <a:pt x="9263367" y="627316"/>
                  </a:lnTo>
                  <a:lnTo>
                    <a:pt x="9245638" y="585393"/>
                  </a:lnTo>
                  <a:lnTo>
                    <a:pt x="9226067" y="544499"/>
                  </a:lnTo>
                  <a:lnTo>
                    <a:pt x="9204719" y="504647"/>
                  </a:lnTo>
                  <a:lnTo>
                    <a:pt x="9181643" y="465912"/>
                  </a:lnTo>
                  <a:lnTo>
                    <a:pt x="9156865" y="428345"/>
                  </a:lnTo>
                  <a:lnTo>
                    <a:pt x="9130474" y="391985"/>
                  </a:lnTo>
                  <a:lnTo>
                    <a:pt x="9102496" y="356895"/>
                  </a:lnTo>
                  <a:lnTo>
                    <a:pt x="9072994" y="323126"/>
                  </a:lnTo>
                  <a:lnTo>
                    <a:pt x="9042019" y="290728"/>
                  </a:lnTo>
                  <a:lnTo>
                    <a:pt x="9009609" y="259753"/>
                  </a:lnTo>
                  <a:lnTo>
                    <a:pt x="8975839" y="230251"/>
                  </a:lnTo>
                  <a:lnTo>
                    <a:pt x="8940749" y="202272"/>
                  </a:lnTo>
                  <a:lnTo>
                    <a:pt x="8904389" y="175869"/>
                  </a:lnTo>
                  <a:lnTo>
                    <a:pt x="8866822" y="151104"/>
                  </a:lnTo>
                  <a:lnTo>
                    <a:pt x="8828087" y="128016"/>
                  </a:lnTo>
                  <a:lnTo>
                    <a:pt x="8788248" y="106667"/>
                  </a:lnTo>
                  <a:lnTo>
                    <a:pt x="8747341" y="87096"/>
                  </a:lnTo>
                  <a:lnTo>
                    <a:pt x="8705431" y="69380"/>
                  </a:lnTo>
                  <a:lnTo>
                    <a:pt x="8662568" y="53543"/>
                  </a:lnTo>
                  <a:lnTo>
                    <a:pt x="8618791" y="39649"/>
                  </a:lnTo>
                  <a:lnTo>
                    <a:pt x="8574176" y="27749"/>
                  </a:lnTo>
                  <a:lnTo>
                    <a:pt x="8528761" y="17907"/>
                  </a:lnTo>
                  <a:lnTo>
                    <a:pt x="8482597" y="10147"/>
                  </a:lnTo>
                  <a:lnTo>
                    <a:pt x="8435734" y="4546"/>
                  </a:lnTo>
                  <a:lnTo>
                    <a:pt x="8388236" y="1143"/>
                  </a:lnTo>
                  <a:lnTo>
                    <a:pt x="8340141" y="0"/>
                  </a:lnTo>
                  <a:lnTo>
                    <a:pt x="992593" y="0"/>
                  </a:lnTo>
                  <a:lnTo>
                    <a:pt x="944499" y="1143"/>
                  </a:lnTo>
                  <a:lnTo>
                    <a:pt x="897001" y="4546"/>
                  </a:lnTo>
                  <a:lnTo>
                    <a:pt x="850138" y="10147"/>
                  </a:lnTo>
                  <a:lnTo>
                    <a:pt x="803973" y="17907"/>
                  </a:lnTo>
                  <a:lnTo>
                    <a:pt x="758558" y="27749"/>
                  </a:lnTo>
                  <a:lnTo>
                    <a:pt x="713943" y="39649"/>
                  </a:lnTo>
                  <a:lnTo>
                    <a:pt x="670179" y="53543"/>
                  </a:lnTo>
                  <a:lnTo>
                    <a:pt x="627303" y="69380"/>
                  </a:lnTo>
                  <a:lnTo>
                    <a:pt x="585393" y="87096"/>
                  </a:lnTo>
                  <a:lnTo>
                    <a:pt x="544499" y="106667"/>
                  </a:lnTo>
                  <a:lnTo>
                    <a:pt x="504647" y="128016"/>
                  </a:lnTo>
                  <a:lnTo>
                    <a:pt x="465912" y="151104"/>
                  </a:lnTo>
                  <a:lnTo>
                    <a:pt x="428345" y="175869"/>
                  </a:lnTo>
                  <a:lnTo>
                    <a:pt x="391985" y="202272"/>
                  </a:lnTo>
                  <a:lnTo>
                    <a:pt x="356895" y="230251"/>
                  </a:lnTo>
                  <a:lnTo>
                    <a:pt x="323126" y="259753"/>
                  </a:lnTo>
                  <a:lnTo>
                    <a:pt x="290728" y="290728"/>
                  </a:lnTo>
                  <a:lnTo>
                    <a:pt x="259753" y="323126"/>
                  </a:lnTo>
                  <a:lnTo>
                    <a:pt x="230238" y="356895"/>
                  </a:lnTo>
                  <a:lnTo>
                    <a:pt x="202272" y="391985"/>
                  </a:lnTo>
                  <a:lnTo>
                    <a:pt x="175869" y="428345"/>
                  </a:lnTo>
                  <a:lnTo>
                    <a:pt x="151104" y="465912"/>
                  </a:lnTo>
                  <a:lnTo>
                    <a:pt x="128016" y="504647"/>
                  </a:lnTo>
                  <a:lnTo>
                    <a:pt x="106667" y="544499"/>
                  </a:lnTo>
                  <a:lnTo>
                    <a:pt x="87096" y="585393"/>
                  </a:lnTo>
                  <a:lnTo>
                    <a:pt x="69380" y="627316"/>
                  </a:lnTo>
                  <a:lnTo>
                    <a:pt x="53543" y="670179"/>
                  </a:lnTo>
                  <a:lnTo>
                    <a:pt x="39649" y="713943"/>
                  </a:lnTo>
                  <a:lnTo>
                    <a:pt x="27749" y="758558"/>
                  </a:lnTo>
                  <a:lnTo>
                    <a:pt x="17907" y="803973"/>
                  </a:lnTo>
                  <a:lnTo>
                    <a:pt x="10147" y="850138"/>
                  </a:lnTo>
                  <a:lnTo>
                    <a:pt x="4546" y="897001"/>
                  </a:lnTo>
                  <a:lnTo>
                    <a:pt x="1143" y="944499"/>
                  </a:lnTo>
                  <a:lnTo>
                    <a:pt x="0" y="992593"/>
                  </a:lnTo>
                  <a:lnTo>
                    <a:pt x="1143" y="1040688"/>
                  </a:lnTo>
                  <a:lnTo>
                    <a:pt x="4546" y="1088186"/>
                  </a:lnTo>
                  <a:lnTo>
                    <a:pt x="10147" y="1135049"/>
                  </a:lnTo>
                  <a:lnTo>
                    <a:pt x="17907" y="1181201"/>
                  </a:lnTo>
                  <a:lnTo>
                    <a:pt x="27749" y="1226629"/>
                  </a:lnTo>
                  <a:lnTo>
                    <a:pt x="39649" y="1271244"/>
                  </a:lnTo>
                  <a:lnTo>
                    <a:pt x="53543" y="1315008"/>
                  </a:lnTo>
                  <a:lnTo>
                    <a:pt x="69380" y="1357871"/>
                  </a:lnTo>
                  <a:lnTo>
                    <a:pt x="87096" y="1399781"/>
                  </a:lnTo>
                  <a:lnTo>
                    <a:pt x="106667" y="1440688"/>
                  </a:lnTo>
                  <a:lnTo>
                    <a:pt x="128016" y="1480527"/>
                  </a:lnTo>
                  <a:lnTo>
                    <a:pt x="151104" y="1519262"/>
                  </a:lnTo>
                  <a:lnTo>
                    <a:pt x="175869" y="1556842"/>
                  </a:lnTo>
                  <a:lnTo>
                    <a:pt x="202272" y="1593202"/>
                  </a:lnTo>
                  <a:lnTo>
                    <a:pt x="230238" y="1628292"/>
                  </a:lnTo>
                  <a:lnTo>
                    <a:pt x="259753" y="1662061"/>
                  </a:lnTo>
                  <a:lnTo>
                    <a:pt x="290728" y="1694459"/>
                  </a:lnTo>
                  <a:lnTo>
                    <a:pt x="323126" y="1725434"/>
                  </a:lnTo>
                  <a:lnTo>
                    <a:pt x="356895" y="1754936"/>
                  </a:lnTo>
                  <a:lnTo>
                    <a:pt x="391985" y="1782914"/>
                  </a:lnTo>
                  <a:lnTo>
                    <a:pt x="428345" y="1809318"/>
                  </a:lnTo>
                  <a:lnTo>
                    <a:pt x="465912" y="1834083"/>
                  </a:lnTo>
                  <a:lnTo>
                    <a:pt x="504647" y="1857171"/>
                  </a:lnTo>
                  <a:lnTo>
                    <a:pt x="544499" y="1878520"/>
                  </a:lnTo>
                  <a:lnTo>
                    <a:pt x="585393" y="1898078"/>
                  </a:lnTo>
                  <a:lnTo>
                    <a:pt x="627303" y="1915807"/>
                  </a:lnTo>
                  <a:lnTo>
                    <a:pt x="670179" y="1931644"/>
                  </a:lnTo>
                  <a:lnTo>
                    <a:pt x="713943" y="1945538"/>
                  </a:lnTo>
                  <a:lnTo>
                    <a:pt x="758558" y="1957438"/>
                  </a:lnTo>
                  <a:lnTo>
                    <a:pt x="803973" y="1967280"/>
                  </a:lnTo>
                  <a:lnTo>
                    <a:pt x="850138" y="1975040"/>
                  </a:lnTo>
                  <a:lnTo>
                    <a:pt x="897001" y="1980641"/>
                  </a:lnTo>
                  <a:lnTo>
                    <a:pt x="944499" y="1984032"/>
                  </a:lnTo>
                  <a:lnTo>
                    <a:pt x="992593" y="1985175"/>
                  </a:lnTo>
                  <a:lnTo>
                    <a:pt x="8340141" y="1985175"/>
                  </a:lnTo>
                  <a:lnTo>
                    <a:pt x="8388236" y="1984032"/>
                  </a:lnTo>
                  <a:lnTo>
                    <a:pt x="8435734" y="1980641"/>
                  </a:lnTo>
                  <a:lnTo>
                    <a:pt x="8482597" y="1975040"/>
                  </a:lnTo>
                  <a:lnTo>
                    <a:pt x="8528761" y="1967280"/>
                  </a:lnTo>
                  <a:lnTo>
                    <a:pt x="8574176" y="1957438"/>
                  </a:lnTo>
                  <a:lnTo>
                    <a:pt x="8618791" y="1945538"/>
                  </a:lnTo>
                  <a:lnTo>
                    <a:pt x="8662568" y="1931644"/>
                  </a:lnTo>
                  <a:lnTo>
                    <a:pt x="8705431" y="1915807"/>
                  </a:lnTo>
                  <a:lnTo>
                    <a:pt x="8747341" y="1898078"/>
                  </a:lnTo>
                  <a:lnTo>
                    <a:pt x="8788248" y="1878520"/>
                  </a:lnTo>
                  <a:lnTo>
                    <a:pt x="8828087" y="1857171"/>
                  </a:lnTo>
                  <a:lnTo>
                    <a:pt x="8866822" y="1834083"/>
                  </a:lnTo>
                  <a:lnTo>
                    <a:pt x="8904389" y="1809318"/>
                  </a:lnTo>
                  <a:lnTo>
                    <a:pt x="8940749" y="1782914"/>
                  </a:lnTo>
                  <a:lnTo>
                    <a:pt x="8975839" y="1754936"/>
                  </a:lnTo>
                  <a:lnTo>
                    <a:pt x="9009609" y="1725434"/>
                  </a:lnTo>
                  <a:lnTo>
                    <a:pt x="9042019" y="1694459"/>
                  </a:lnTo>
                  <a:lnTo>
                    <a:pt x="9072994" y="1662061"/>
                  </a:lnTo>
                  <a:lnTo>
                    <a:pt x="9102496" y="1628292"/>
                  </a:lnTo>
                  <a:lnTo>
                    <a:pt x="9130474" y="1593202"/>
                  </a:lnTo>
                  <a:lnTo>
                    <a:pt x="9156865" y="1556842"/>
                  </a:lnTo>
                  <a:lnTo>
                    <a:pt x="9181643" y="1519262"/>
                  </a:lnTo>
                  <a:lnTo>
                    <a:pt x="9204719" y="1480527"/>
                  </a:lnTo>
                  <a:lnTo>
                    <a:pt x="9226067" y="1440688"/>
                  </a:lnTo>
                  <a:lnTo>
                    <a:pt x="9245638" y="1399781"/>
                  </a:lnTo>
                  <a:lnTo>
                    <a:pt x="9263367" y="1357871"/>
                  </a:lnTo>
                  <a:lnTo>
                    <a:pt x="9279191" y="1315008"/>
                  </a:lnTo>
                  <a:lnTo>
                    <a:pt x="9293085" y="1271244"/>
                  </a:lnTo>
                  <a:lnTo>
                    <a:pt x="9304985" y="1226629"/>
                  </a:lnTo>
                  <a:lnTo>
                    <a:pt x="9314840" y="1181201"/>
                  </a:lnTo>
                  <a:lnTo>
                    <a:pt x="9322587" y="1135049"/>
                  </a:lnTo>
                  <a:lnTo>
                    <a:pt x="9328188" y="1088186"/>
                  </a:lnTo>
                  <a:lnTo>
                    <a:pt x="9331592" y="1040688"/>
                  </a:lnTo>
                  <a:lnTo>
                    <a:pt x="9332735" y="992593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8687" y="5058498"/>
              <a:ext cx="6620509" cy="4186554"/>
            </a:xfrm>
            <a:custGeom>
              <a:avLst/>
              <a:gdLst/>
              <a:ahLst/>
              <a:cxnLst/>
              <a:rect l="l" t="t" r="r" b="b"/>
              <a:pathLst>
                <a:path w="6620509" h="4186554">
                  <a:moveTo>
                    <a:pt x="6620383" y="3193885"/>
                  </a:moveTo>
                  <a:lnTo>
                    <a:pt x="6619240" y="3145790"/>
                  </a:lnTo>
                  <a:lnTo>
                    <a:pt x="6615836" y="3098292"/>
                  </a:lnTo>
                  <a:lnTo>
                    <a:pt x="6610236" y="3051429"/>
                  </a:lnTo>
                  <a:lnTo>
                    <a:pt x="6602489" y="3005264"/>
                  </a:lnTo>
                  <a:lnTo>
                    <a:pt x="6592633" y="2959849"/>
                  </a:lnTo>
                  <a:lnTo>
                    <a:pt x="6580733" y="2915234"/>
                  </a:lnTo>
                  <a:lnTo>
                    <a:pt x="6566840" y="2871470"/>
                  </a:lnTo>
                  <a:lnTo>
                    <a:pt x="6551003" y="2828607"/>
                  </a:lnTo>
                  <a:lnTo>
                    <a:pt x="6533286" y="2786697"/>
                  </a:lnTo>
                  <a:lnTo>
                    <a:pt x="6513716" y="2745790"/>
                  </a:lnTo>
                  <a:lnTo>
                    <a:pt x="6492367" y="2705951"/>
                  </a:lnTo>
                  <a:lnTo>
                    <a:pt x="6469278" y="2667216"/>
                  </a:lnTo>
                  <a:lnTo>
                    <a:pt x="6444513" y="2629636"/>
                  </a:lnTo>
                  <a:lnTo>
                    <a:pt x="6418123" y="2593276"/>
                  </a:lnTo>
                  <a:lnTo>
                    <a:pt x="6390145" y="2558186"/>
                  </a:lnTo>
                  <a:lnTo>
                    <a:pt x="6360642" y="2524417"/>
                  </a:lnTo>
                  <a:lnTo>
                    <a:pt x="6329654" y="2492019"/>
                  </a:lnTo>
                  <a:lnTo>
                    <a:pt x="6297257" y="2461044"/>
                  </a:lnTo>
                  <a:lnTo>
                    <a:pt x="6263487" y="2431542"/>
                  </a:lnTo>
                  <a:lnTo>
                    <a:pt x="6228397" y="2403564"/>
                  </a:lnTo>
                  <a:lnTo>
                    <a:pt x="6192037" y="2377160"/>
                  </a:lnTo>
                  <a:lnTo>
                    <a:pt x="6154471" y="2352395"/>
                  </a:lnTo>
                  <a:lnTo>
                    <a:pt x="6115736" y="2329307"/>
                  </a:lnTo>
                  <a:lnTo>
                    <a:pt x="6075883" y="2307958"/>
                  </a:lnTo>
                  <a:lnTo>
                    <a:pt x="6034989" y="2288400"/>
                  </a:lnTo>
                  <a:lnTo>
                    <a:pt x="5993079" y="2270671"/>
                  </a:lnTo>
                  <a:lnTo>
                    <a:pt x="5950216" y="2254834"/>
                  </a:lnTo>
                  <a:lnTo>
                    <a:pt x="5906440" y="2240940"/>
                  </a:lnTo>
                  <a:lnTo>
                    <a:pt x="5861824" y="2229040"/>
                  </a:lnTo>
                  <a:lnTo>
                    <a:pt x="5816409" y="2219198"/>
                  </a:lnTo>
                  <a:lnTo>
                    <a:pt x="5770245" y="2211438"/>
                  </a:lnTo>
                  <a:lnTo>
                    <a:pt x="5723382" y="2205837"/>
                  </a:lnTo>
                  <a:lnTo>
                    <a:pt x="5675884" y="2202446"/>
                  </a:lnTo>
                  <a:lnTo>
                    <a:pt x="5627789" y="2201291"/>
                  </a:lnTo>
                  <a:lnTo>
                    <a:pt x="992593" y="2201291"/>
                  </a:lnTo>
                  <a:lnTo>
                    <a:pt x="944499" y="2202446"/>
                  </a:lnTo>
                  <a:lnTo>
                    <a:pt x="897001" y="2205837"/>
                  </a:lnTo>
                  <a:lnTo>
                    <a:pt x="850138" y="2211438"/>
                  </a:lnTo>
                  <a:lnTo>
                    <a:pt x="803973" y="2219198"/>
                  </a:lnTo>
                  <a:lnTo>
                    <a:pt x="758558" y="2229040"/>
                  </a:lnTo>
                  <a:lnTo>
                    <a:pt x="713943" y="2240940"/>
                  </a:lnTo>
                  <a:lnTo>
                    <a:pt x="670179" y="2254834"/>
                  </a:lnTo>
                  <a:lnTo>
                    <a:pt x="627316" y="2270671"/>
                  </a:lnTo>
                  <a:lnTo>
                    <a:pt x="585406" y="2288400"/>
                  </a:lnTo>
                  <a:lnTo>
                    <a:pt x="544499" y="2307958"/>
                  </a:lnTo>
                  <a:lnTo>
                    <a:pt x="504659" y="2329307"/>
                  </a:lnTo>
                  <a:lnTo>
                    <a:pt x="465924" y="2352395"/>
                  </a:lnTo>
                  <a:lnTo>
                    <a:pt x="428345" y="2377160"/>
                  </a:lnTo>
                  <a:lnTo>
                    <a:pt x="391985" y="2403564"/>
                  </a:lnTo>
                  <a:lnTo>
                    <a:pt x="356895" y="2431542"/>
                  </a:lnTo>
                  <a:lnTo>
                    <a:pt x="323126" y="2461044"/>
                  </a:lnTo>
                  <a:lnTo>
                    <a:pt x="290728" y="2492019"/>
                  </a:lnTo>
                  <a:lnTo>
                    <a:pt x="259753" y="2524417"/>
                  </a:lnTo>
                  <a:lnTo>
                    <a:pt x="230251" y="2558186"/>
                  </a:lnTo>
                  <a:lnTo>
                    <a:pt x="202272" y="2593276"/>
                  </a:lnTo>
                  <a:lnTo>
                    <a:pt x="175869" y="2629636"/>
                  </a:lnTo>
                  <a:lnTo>
                    <a:pt x="151104" y="2667216"/>
                  </a:lnTo>
                  <a:lnTo>
                    <a:pt x="128016" y="2705951"/>
                  </a:lnTo>
                  <a:lnTo>
                    <a:pt x="106667" y="2745790"/>
                  </a:lnTo>
                  <a:lnTo>
                    <a:pt x="87109" y="2786697"/>
                  </a:lnTo>
                  <a:lnTo>
                    <a:pt x="69380" y="2828607"/>
                  </a:lnTo>
                  <a:lnTo>
                    <a:pt x="53543" y="2871470"/>
                  </a:lnTo>
                  <a:lnTo>
                    <a:pt x="39649" y="2915234"/>
                  </a:lnTo>
                  <a:lnTo>
                    <a:pt x="27749" y="2959849"/>
                  </a:lnTo>
                  <a:lnTo>
                    <a:pt x="17907" y="3005264"/>
                  </a:lnTo>
                  <a:lnTo>
                    <a:pt x="10147" y="3051429"/>
                  </a:lnTo>
                  <a:lnTo>
                    <a:pt x="4546" y="3098292"/>
                  </a:lnTo>
                  <a:lnTo>
                    <a:pt x="1155" y="3145790"/>
                  </a:lnTo>
                  <a:lnTo>
                    <a:pt x="0" y="3193885"/>
                  </a:lnTo>
                  <a:lnTo>
                    <a:pt x="1155" y="3241979"/>
                  </a:lnTo>
                  <a:lnTo>
                    <a:pt x="4546" y="3289477"/>
                  </a:lnTo>
                  <a:lnTo>
                    <a:pt x="10147" y="3336340"/>
                  </a:lnTo>
                  <a:lnTo>
                    <a:pt x="17907" y="3382505"/>
                  </a:lnTo>
                  <a:lnTo>
                    <a:pt x="27749" y="3427920"/>
                  </a:lnTo>
                  <a:lnTo>
                    <a:pt x="39649" y="3472535"/>
                  </a:lnTo>
                  <a:lnTo>
                    <a:pt x="53543" y="3516299"/>
                  </a:lnTo>
                  <a:lnTo>
                    <a:pt x="69380" y="3559162"/>
                  </a:lnTo>
                  <a:lnTo>
                    <a:pt x="87109" y="3601072"/>
                  </a:lnTo>
                  <a:lnTo>
                    <a:pt x="106667" y="3641979"/>
                  </a:lnTo>
                  <a:lnTo>
                    <a:pt x="128016" y="3681831"/>
                  </a:lnTo>
                  <a:lnTo>
                    <a:pt x="151104" y="3720566"/>
                  </a:lnTo>
                  <a:lnTo>
                    <a:pt x="175869" y="3758133"/>
                  </a:lnTo>
                  <a:lnTo>
                    <a:pt x="202272" y="3794493"/>
                  </a:lnTo>
                  <a:lnTo>
                    <a:pt x="230251" y="3829583"/>
                  </a:lnTo>
                  <a:lnTo>
                    <a:pt x="259753" y="3863352"/>
                  </a:lnTo>
                  <a:lnTo>
                    <a:pt x="290728" y="3895750"/>
                  </a:lnTo>
                  <a:lnTo>
                    <a:pt x="323126" y="3926725"/>
                  </a:lnTo>
                  <a:lnTo>
                    <a:pt x="356895" y="3956227"/>
                  </a:lnTo>
                  <a:lnTo>
                    <a:pt x="391985" y="3984206"/>
                  </a:lnTo>
                  <a:lnTo>
                    <a:pt x="428345" y="4010609"/>
                  </a:lnTo>
                  <a:lnTo>
                    <a:pt x="465924" y="4035374"/>
                  </a:lnTo>
                  <a:lnTo>
                    <a:pt x="504659" y="4058462"/>
                  </a:lnTo>
                  <a:lnTo>
                    <a:pt x="544499" y="4079811"/>
                  </a:lnTo>
                  <a:lnTo>
                    <a:pt x="585406" y="4099369"/>
                  </a:lnTo>
                  <a:lnTo>
                    <a:pt x="627316" y="4117098"/>
                  </a:lnTo>
                  <a:lnTo>
                    <a:pt x="670179" y="4132935"/>
                  </a:lnTo>
                  <a:lnTo>
                    <a:pt x="713943" y="4146829"/>
                  </a:lnTo>
                  <a:lnTo>
                    <a:pt x="758558" y="4158729"/>
                  </a:lnTo>
                  <a:lnTo>
                    <a:pt x="803973" y="4168571"/>
                  </a:lnTo>
                  <a:lnTo>
                    <a:pt x="850138" y="4176331"/>
                  </a:lnTo>
                  <a:lnTo>
                    <a:pt x="897001" y="4181932"/>
                  </a:lnTo>
                  <a:lnTo>
                    <a:pt x="944499" y="4185323"/>
                  </a:lnTo>
                  <a:lnTo>
                    <a:pt x="992593" y="4186478"/>
                  </a:lnTo>
                  <a:lnTo>
                    <a:pt x="5627789" y="4186478"/>
                  </a:lnTo>
                  <a:lnTo>
                    <a:pt x="5675884" y="4185323"/>
                  </a:lnTo>
                  <a:lnTo>
                    <a:pt x="5723382" y="4181932"/>
                  </a:lnTo>
                  <a:lnTo>
                    <a:pt x="5770245" y="4176331"/>
                  </a:lnTo>
                  <a:lnTo>
                    <a:pt x="5816409" y="4168571"/>
                  </a:lnTo>
                  <a:lnTo>
                    <a:pt x="5861824" y="4158729"/>
                  </a:lnTo>
                  <a:lnTo>
                    <a:pt x="5906440" y="4146829"/>
                  </a:lnTo>
                  <a:lnTo>
                    <a:pt x="5950216" y="4132935"/>
                  </a:lnTo>
                  <a:lnTo>
                    <a:pt x="5993079" y="4117098"/>
                  </a:lnTo>
                  <a:lnTo>
                    <a:pt x="6034989" y="4099369"/>
                  </a:lnTo>
                  <a:lnTo>
                    <a:pt x="6075883" y="4079811"/>
                  </a:lnTo>
                  <a:lnTo>
                    <a:pt x="6115736" y="4058462"/>
                  </a:lnTo>
                  <a:lnTo>
                    <a:pt x="6154471" y="4035374"/>
                  </a:lnTo>
                  <a:lnTo>
                    <a:pt x="6192037" y="4010609"/>
                  </a:lnTo>
                  <a:lnTo>
                    <a:pt x="6228397" y="3984206"/>
                  </a:lnTo>
                  <a:lnTo>
                    <a:pt x="6263487" y="3956227"/>
                  </a:lnTo>
                  <a:lnTo>
                    <a:pt x="6297257" y="3926725"/>
                  </a:lnTo>
                  <a:lnTo>
                    <a:pt x="6329654" y="3895750"/>
                  </a:lnTo>
                  <a:lnTo>
                    <a:pt x="6360642" y="3863352"/>
                  </a:lnTo>
                  <a:lnTo>
                    <a:pt x="6390145" y="3829583"/>
                  </a:lnTo>
                  <a:lnTo>
                    <a:pt x="6418123" y="3794493"/>
                  </a:lnTo>
                  <a:lnTo>
                    <a:pt x="6444513" y="3758133"/>
                  </a:lnTo>
                  <a:lnTo>
                    <a:pt x="6469278" y="3720566"/>
                  </a:lnTo>
                  <a:lnTo>
                    <a:pt x="6492367" y="3681831"/>
                  </a:lnTo>
                  <a:lnTo>
                    <a:pt x="6513716" y="3641979"/>
                  </a:lnTo>
                  <a:lnTo>
                    <a:pt x="6533286" y="3601072"/>
                  </a:lnTo>
                  <a:lnTo>
                    <a:pt x="6551003" y="3559162"/>
                  </a:lnTo>
                  <a:lnTo>
                    <a:pt x="6566840" y="3516299"/>
                  </a:lnTo>
                  <a:lnTo>
                    <a:pt x="6580733" y="3472535"/>
                  </a:lnTo>
                  <a:lnTo>
                    <a:pt x="6592633" y="3427920"/>
                  </a:lnTo>
                  <a:lnTo>
                    <a:pt x="6602489" y="3382505"/>
                  </a:lnTo>
                  <a:lnTo>
                    <a:pt x="6610236" y="3336340"/>
                  </a:lnTo>
                  <a:lnTo>
                    <a:pt x="6615836" y="3289477"/>
                  </a:lnTo>
                  <a:lnTo>
                    <a:pt x="6619240" y="3241979"/>
                  </a:lnTo>
                  <a:lnTo>
                    <a:pt x="6620383" y="3193885"/>
                  </a:lnTo>
                  <a:close/>
                </a:path>
                <a:path w="6620509" h="4186554">
                  <a:moveTo>
                    <a:pt x="6620383" y="992593"/>
                  </a:moveTo>
                  <a:lnTo>
                    <a:pt x="6619240" y="944499"/>
                  </a:lnTo>
                  <a:lnTo>
                    <a:pt x="6615836" y="897001"/>
                  </a:lnTo>
                  <a:lnTo>
                    <a:pt x="6610236" y="850138"/>
                  </a:lnTo>
                  <a:lnTo>
                    <a:pt x="6602489" y="803973"/>
                  </a:lnTo>
                  <a:lnTo>
                    <a:pt x="6592633" y="758558"/>
                  </a:lnTo>
                  <a:lnTo>
                    <a:pt x="6580733" y="713943"/>
                  </a:lnTo>
                  <a:lnTo>
                    <a:pt x="6566840" y="670179"/>
                  </a:lnTo>
                  <a:lnTo>
                    <a:pt x="6551003" y="627316"/>
                  </a:lnTo>
                  <a:lnTo>
                    <a:pt x="6533286" y="585393"/>
                  </a:lnTo>
                  <a:lnTo>
                    <a:pt x="6513716" y="544499"/>
                  </a:lnTo>
                  <a:lnTo>
                    <a:pt x="6492367" y="504647"/>
                  </a:lnTo>
                  <a:lnTo>
                    <a:pt x="6469278" y="465912"/>
                  </a:lnTo>
                  <a:lnTo>
                    <a:pt x="6444513" y="428345"/>
                  </a:lnTo>
                  <a:lnTo>
                    <a:pt x="6418123" y="391985"/>
                  </a:lnTo>
                  <a:lnTo>
                    <a:pt x="6390145" y="356895"/>
                  </a:lnTo>
                  <a:lnTo>
                    <a:pt x="6360642" y="323126"/>
                  </a:lnTo>
                  <a:lnTo>
                    <a:pt x="6329654" y="290728"/>
                  </a:lnTo>
                  <a:lnTo>
                    <a:pt x="6297257" y="259753"/>
                  </a:lnTo>
                  <a:lnTo>
                    <a:pt x="6263487" y="230251"/>
                  </a:lnTo>
                  <a:lnTo>
                    <a:pt x="6228397" y="202272"/>
                  </a:lnTo>
                  <a:lnTo>
                    <a:pt x="6192037" y="175869"/>
                  </a:lnTo>
                  <a:lnTo>
                    <a:pt x="6154471" y="151104"/>
                  </a:lnTo>
                  <a:lnTo>
                    <a:pt x="6115736" y="128016"/>
                  </a:lnTo>
                  <a:lnTo>
                    <a:pt x="6075883" y="106667"/>
                  </a:lnTo>
                  <a:lnTo>
                    <a:pt x="6034989" y="87096"/>
                  </a:lnTo>
                  <a:lnTo>
                    <a:pt x="5993079" y="69380"/>
                  </a:lnTo>
                  <a:lnTo>
                    <a:pt x="5950216" y="53543"/>
                  </a:lnTo>
                  <a:lnTo>
                    <a:pt x="5906440" y="39649"/>
                  </a:lnTo>
                  <a:lnTo>
                    <a:pt x="5861824" y="27749"/>
                  </a:lnTo>
                  <a:lnTo>
                    <a:pt x="5816409" y="17907"/>
                  </a:lnTo>
                  <a:lnTo>
                    <a:pt x="5770245" y="10147"/>
                  </a:lnTo>
                  <a:lnTo>
                    <a:pt x="5723382" y="4546"/>
                  </a:lnTo>
                  <a:lnTo>
                    <a:pt x="5675884" y="1143"/>
                  </a:lnTo>
                  <a:lnTo>
                    <a:pt x="5627789" y="0"/>
                  </a:lnTo>
                  <a:lnTo>
                    <a:pt x="992593" y="0"/>
                  </a:lnTo>
                  <a:lnTo>
                    <a:pt x="944499" y="1143"/>
                  </a:lnTo>
                  <a:lnTo>
                    <a:pt x="897001" y="4546"/>
                  </a:lnTo>
                  <a:lnTo>
                    <a:pt x="850138" y="10147"/>
                  </a:lnTo>
                  <a:lnTo>
                    <a:pt x="803973" y="17907"/>
                  </a:lnTo>
                  <a:lnTo>
                    <a:pt x="758558" y="27749"/>
                  </a:lnTo>
                  <a:lnTo>
                    <a:pt x="713943" y="39649"/>
                  </a:lnTo>
                  <a:lnTo>
                    <a:pt x="670179" y="53543"/>
                  </a:lnTo>
                  <a:lnTo>
                    <a:pt x="627316" y="69380"/>
                  </a:lnTo>
                  <a:lnTo>
                    <a:pt x="585406" y="87096"/>
                  </a:lnTo>
                  <a:lnTo>
                    <a:pt x="544499" y="106667"/>
                  </a:lnTo>
                  <a:lnTo>
                    <a:pt x="504659" y="128016"/>
                  </a:lnTo>
                  <a:lnTo>
                    <a:pt x="465924" y="151104"/>
                  </a:lnTo>
                  <a:lnTo>
                    <a:pt x="428345" y="175869"/>
                  </a:lnTo>
                  <a:lnTo>
                    <a:pt x="391985" y="202272"/>
                  </a:lnTo>
                  <a:lnTo>
                    <a:pt x="356895" y="230251"/>
                  </a:lnTo>
                  <a:lnTo>
                    <a:pt x="323126" y="259753"/>
                  </a:lnTo>
                  <a:lnTo>
                    <a:pt x="290728" y="290728"/>
                  </a:lnTo>
                  <a:lnTo>
                    <a:pt x="259753" y="323126"/>
                  </a:lnTo>
                  <a:lnTo>
                    <a:pt x="230251" y="356895"/>
                  </a:lnTo>
                  <a:lnTo>
                    <a:pt x="202272" y="391985"/>
                  </a:lnTo>
                  <a:lnTo>
                    <a:pt x="175869" y="428345"/>
                  </a:lnTo>
                  <a:lnTo>
                    <a:pt x="151104" y="465912"/>
                  </a:lnTo>
                  <a:lnTo>
                    <a:pt x="128016" y="504647"/>
                  </a:lnTo>
                  <a:lnTo>
                    <a:pt x="106667" y="544499"/>
                  </a:lnTo>
                  <a:lnTo>
                    <a:pt x="87109" y="585393"/>
                  </a:lnTo>
                  <a:lnTo>
                    <a:pt x="69380" y="627316"/>
                  </a:lnTo>
                  <a:lnTo>
                    <a:pt x="53543" y="670179"/>
                  </a:lnTo>
                  <a:lnTo>
                    <a:pt x="39649" y="713943"/>
                  </a:lnTo>
                  <a:lnTo>
                    <a:pt x="27749" y="758558"/>
                  </a:lnTo>
                  <a:lnTo>
                    <a:pt x="17907" y="803973"/>
                  </a:lnTo>
                  <a:lnTo>
                    <a:pt x="10147" y="850138"/>
                  </a:lnTo>
                  <a:lnTo>
                    <a:pt x="4546" y="897001"/>
                  </a:lnTo>
                  <a:lnTo>
                    <a:pt x="1155" y="944499"/>
                  </a:lnTo>
                  <a:lnTo>
                    <a:pt x="0" y="992593"/>
                  </a:lnTo>
                  <a:lnTo>
                    <a:pt x="1155" y="1040688"/>
                  </a:lnTo>
                  <a:lnTo>
                    <a:pt x="4546" y="1088186"/>
                  </a:lnTo>
                  <a:lnTo>
                    <a:pt x="10147" y="1135049"/>
                  </a:lnTo>
                  <a:lnTo>
                    <a:pt x="17907" y="1181201"/>
                  </a:lnTo>
                  <a:lnTo>
                    <a:pt x="27749" y="1226629"/>
                  </a:lnTo>
                  <a:lnTo>
                    <a:pt x="39649" y="1271244"/>
                  </a:lnTo>
                  <a:lnTo>
                    <a:pt x="53543" y="1315008"/>
                  </a:lnTo>
                  <a:lnTo>
                    <a:pt x="69380" y="1357871"/>
                  </a:lnTo>
                  <a:lnTo>
                    <a:pt x="87109" y="1399781"/>
                  </a:lnTo>
                  <a:lnTo>
                    <a:pt x="106667" y="1440688"/>
                  </a:lnTo>
                  <a:lnTo>
                    <a:pt x="128016" y="1480527"/>
                  </a:lnTo>
                  <a:lnTo>
                    <a:pt x="151104" y="1519262"/>
                  </a:lnTo>
                  <a:lnTo>
                    <a:pt x="175869" y="1556842"/>
                  </a:lnTo>
                  <a:lnTo>
                    <a:pt x="202272" y="1593202"/>
                  </a:lnTo>
                  <a:lnTo>
                    <a:pt x="230251" y="1628292"/>
                  </a:lnTo>
                  <a:lnTo>
                    <a:pt x="259753" y="1662061"/>
                  </a:lnTo>
                  <a:lnTo>
                    <a:pt x="290728" y="1694459"/>
                  </a:lnTo>
                  <a:lnTo>
                    <a:pt x="323126" y="1725434"/>
                  </a:lnTo>
                  <a:lnTo>
                    <a:pt x="356895" y="1754936"/>
                  </a:lnTo>
                  <a:lnTo>
                    <a:pt x="391985" y="1782914"/>
                  </a:lnTo>
                  <a:lnTo>
                    <a:pt x="428345" y="1809318"/>
                  </a:lnTo>
                  <a:lnTo>
                    <a:pt x="465924" y="1834083"/>
                  </a:lnTo>
                  <a:lnTo>
                    <a:pt x="504659" y="1857171"/>
                  </a:lnTo>
                  <a:lnTo>
                    <a:pt x="544499" y="1878520"/>
                  </a:lnTo>
                  <a:lnTo>
                    <a:pt x="585406" y="1898078"/>
                  </a:lnTo>
                  <a:lnTo>
                    <a:pt x="627316" y="1915807"/>
                  </a:lnTo>
                  <a:lnTo>
                    <a:pt x="670179" y="1931644"/>
                  </a:lnTo>
                  <a:lnTo>
                    <a:pt x="713943" y="1945538"/>
                  </a:lnTo>
                  <a:lnTo>
                    <a:pt x="758558" y="1957438"/>
                  </a:lnTo>
                  <a:lnTo>
                    <a:pt x="803973" y="1967280"/>
                  </a:lnTo>
                  <a:lnTo>
                    <a:pt x="850138" y="1975040"/>
                  </a:lnTo>
                  <a:lnTo>
                    <a:pt x="897001" y="1980641"/>
                  </a:lnTo>
                  <a:lnTo>
                    <a:pt x="944499" y="1984032"/>
                  </a:lnTo>
                  <a:lnTo>
                    <a:pt x="992593" y="1985175"/>
                  </a:lnTo>
                  <a:lnTo>
                    <a:pt x="5627789" y="1985175"/>
                  </a:lnTo>
                  <a:lnTo>
                    <a:pt x="5675884" y="1984032"/>
                  </a:lnTo>
                  <a:lnTo>
                    <a:pt x="5723382" y="1980641"/>
                  </a:lnTo>
                  <a:lnTo>
                    <a:pt x="5770245" y="1975040"/>
                  </a:lnTo>
                  <a:lnTo>
                    <a:pt x="5816409" y="1967280"/>
                  </a:lnTo>
                  <a:lnTo>
                    <a:pt x="5861824" y="1957438"/>
                  </a:lnTo>
                  <a:lnTo>
                    <a:pt x="5906440" y="1945538"/>
                  </a:lnTo>
                  <a:lnTo>
                    <a:pt x="5950216" y="1931644"/>
                  </a:lnTo>
                  <a:lnTo>
                    <a:pt x="5993079" y="1915807"/>
                  </a:lnTo>
                  <a:lnTo>
                    <a:pt x="6034989" y="1898078"/>
                  </a:lnTo>
                  <a:lnTo>
                    <a:pt x="6075883" y="1878520"/>
                  </a:lnTo>
                  <a:lnTo>
                    <a:pt x="6115736" y="1857171"/>
                  </a:lnTo>
                  <a:lnTo>
                    <a:pt x="6154471" y="1834083"/>
                  </a:lnTo>
                  <a:lnTo>
                    <a:pt x="6192037" y="1809318"/>
                  </a:lnTo>
                  <a:lnTo>
                    <a:pt x="6228397" y="1782914"/>
                  </a:lnTo>
                  <a:lnTo>
                    <a:pt x="6263487" y="1754936"/>
                  </a:lnTo>
                  <a:lnTo>
                    <a:pt x="6297257" y="1725434"/>
                  </a:lnTo>
                  <a:lnTo>
                    <a:pt x="6329654" y="1694459"/>
                  </a:lnTo>
                  <a:lnTo>
                    <a:pt x="6360642" y="1662061"/>
                  </a:lnTo>
                  <a:lnTo>
                    <a:pt x="6390145" y="1628292"/>
                  </a:lnTo>
                  <a:lnTo>
                    <a:pt x="6418123" y="1593202"/>
                  </a:lnTo>
                  <a:lnTo>
                    <a:pt x="6444513" y="1556842"/>
                  </a:lnTo>
                  <a:lnTo>
                    <a:pt x="6469278" y="1519262"/>
                  </a:lnTo>
                  <a:lnTo>
                    <a:pt x="6492367" y="1480527"/>
                  </a:lnTo>
                  <a:lnTo>
                    <a:pt x="6513716" y="1440688"/>
                  </a:lnTo>
                  <a:lnTo>
                    <a:pt x="6533286" y="1399781"/>
                  </a:lnTo>
                  <a:lnTo>
                    <a:pt x="6551003" y="1357871"/>
                  </a:lnTo>
                  <a:lnTo>
                    <a:pt x="6566840" y="1315008"/>
                  </a:lnTo>
                  <a:lnTo>
                    <a:pt x="6580733" y="1271244"/>
                  </a:lnTo>
                  <a:lnTo>
                    <a:pt x="6592633" y="1226629"/>
                  </a:lnTo>
                  <a:lnTo>
                    <a:pt x="6602489" y="1181201"/>
                  </a:lnTo>
                  <a:lnTo>
                    <a:pt x="6610236" y="1135049"/>
                  </a:lnTo>
                  <a:lnTo>
                    <a:pt x="6615836" y="1088186"/>
                  </a:lnTo>
                  <a:lnTo>
                    <a:pt x="6619240" y="1040688"/>
                  </a:lnTo>
                  <a:lnTo>
                    <a:pt x="6620383" y="992593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16000" y="2849347"/>
            <a:ext cx="9986010" cy="143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sz="2000" spc="10" dirty="0">
                <a:latin typeface="Lucida Sans Unicode"/>
                <a:cs typeface="Lucida Sans Unicode"/>
              </a:rPr>
              <a:t>Our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hospital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management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60" dirty="0">
                <a:latin typeface="Lucida Sans Unicode"/>
                <a:cs typeface="Lucida Sans Unicode"/>
              </a:rPr>
              <a:t>system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integrates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essential</a:t>
            </a:r>
            <a:r>
              <a:rPr sz="2000" spc="90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clinical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modules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to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streamline</a:t>
            </a:r>
            <a:r>
              <a:rPr sz="2000" spc="85" dirty="0">
                <a:latin typeface="Lucida Sans Unicode"/>
                <a:cs typeface="Lucida Sans Unicode"/>
              </a:rPr>
              <a:t> </a:t>
            </a:r>
            <a:r>
              <a:rPr sz="2000" spc="65" dirty="0">
                <a:latin typeface="Lucida Sans Unicode"/>
                <a:cs typeface="Lucida Sans Unicode"/>
              </a:rPr>
              <a:t>healthcare </a:t>
            </a:r>
            <a:r>
              <a:rPr sz="2000" dirty="0">
                <a:latin typeface="Lucida Sans Unicode"/>
                <a:cs typeface="Lucida Sans Unicode"/>
              </a:rPr>
              <a:t>delivery.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From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0" dirty="0">
                <a:latin typeface="Lucida Sans Unicode"/>
                <a:cs typeface="Lucida Sans Unicode"/>
              </a:rPr>
              <a:t>patient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registration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pharmacy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operations,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30" dirty="0">
                <a:latin typeface="Lucida Sans Unicode"/>
                <a:cs typeface="Lucida Sans Unicode"/>
              </a:rPr>
              <a:t>each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65" dirty="0">
                <a:latin typeface="Lucida Sans Unicode"/>
                <a:cs typeface="Lucida Sans Unicode"/>
              </a:rPr>
              <a:t>module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works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seamlessly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together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to </a:t>
            </a:r>
            <a:r>
              <a:rPr sz="2000" spc="10" dirty="0">
                <a:latin typeface="Lucida Sans Unicode"/>
                <a:cs typeface="Lucida Sans Unicode"/>
              </a:rPr>
              <a:t>ensure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efficient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105" dirty="0">
                <a:latin typeface="Lucida Sans Unicode"/>
                <a:cs typeface="Lucida Sans Unicode"/>
              </a:rPr>
              <a:t>care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10" dirty="0">
                <a:latin typeface="Lucida Sans Unicode"/>
                <a:cs typeface="Lucida Sans Unicode"/>
              </a:rPr>
              <a:t>coordination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110" dirty="0">
                <a:latin typeface="Lucida Sans Unicode"/>
                <a:cs typeface="Lucida Sans Unicode"/>
              </a:rPr>
              <a:t>and</a:t>
            </a:r>
            <a:r>
              <a:rPr sz="2000" spc="35" dirty="0">
                <a:latin typeface="Lucida Sans Unicode"/>
                <a:cs typeface="Lucida Sans Unicode"/>
              </a:rPr>
              <a:t> </a:t>
            </a:r>
            <a:r>
              <a:rPr sz="2000" spc="55" dirty="0">
                <a:latin typeface="Lucida Sans Unicode"/>
                <a:cs typeface="Lucida Sans Unicode"/>
              </a:rPr>
              <a:t>improved</a:t>
            </a:r>
            <a:r>
              <a:rPr sz="2000" spc="40" dirty="0">
                <a:latin typeface="Lucida Sans Unicode"/>
                <a:cs typeface="Lucida Sans Unicode"/>
              </a:rPr>
              <a:t> </a:t>
            </a:r>
            <a:r>
              <a:rPr sz="2000" spc="50" dirty="0">
                <a:latin typeface="Lucida Sans Unicode"/>
                <a:cs typeface="Lucida Sans Unicode"/>
              </a:rPr>
              <a:t>patient</a:t>
            </a:r>
            <a:r>
              <a:rPr sz="2000" spc="35" dirty="0">
                <a:latin typeface="Lucida Sans Unicode"/>
                <a:cs typeface="Lucida Sans Unicode"/>
              </a:rPr>
              <a:t> outcomes.</a:t>
            </a:r>
            <a:endParaRPr sz="20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59889" y="550489"/>
            <a:ext cx="16256000" cy="11677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5400" i="1" u="sng" spc="75" dirty="0"/>
              <a:t>HOSPITAL</a:t>
            </a:r>
            <a:r>
              <a:rPr lang="en-IN" sz="7200" i="1" u="sng" spc="75" dirty="0"/>
              <a:t> </a:t>
            </a:r>
            <a:r>
              <a:rPr lang="en-IN" sz="5400" i="1" u="sng" spc="75" dirty="0"/>
              <a:t>MANAGEMENT</a:t>
            </a:r>
            <a:endParaRPr sz="5400" i="1" u="sng" dirty="0"/>
          </a:p>
        </p:txBody>
      </p:sp>
      <p:sp>
        <p:nvSpPr>
          <p:cNvPr id="17" name="object 17"/>
          <p:cNvSpPr txBox="1"/>
          <p:nvPr/>
        </p:nvSpPr>
        <p:spPr>
          <a:xfrm>
            <a:off x="1964563" y="5473235"/>
            <a:ext cx="4728210" cy="1136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dirty="0">
                <a:solidFill>
                  <a:srgbClr val="FFFFFF"/>
                </a:solidFill>
                <a:latin typeface="Trebuchet MS"/>
                <a:cs typeface="Trebuchet MS"/>
              </a:rPr>
              <a:t>Patient</a:t>
            </a:r>
            <a:r>
              <a:rPr sz="3100" b="1" spc="-4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20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85"/>
              </a:spcBef>
            </a:pPr>
            <a:r>
              <a:rPr sz="1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Complete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patient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registration,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demographics,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medical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history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tracking,</a:t>
            </a:r>
            <a:r>
              <a:rPr sz="1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appointment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scheduling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unified</a:t>
            </a:r>
            <a:r>
              <a:rPr sz="12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9484" y="7609340"/>
            <a:ext cx="4861560" cy="1134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dirty="0">
                <a:solidFill>
                  <a:srgbClr val="FFFFFF"/>
                </a:solidFill>
                <a:latin typeface="Trebuchet MS"/>
                <a:cs typeface="Trebuchet MS"/>
              </a:rPr>
              <a:t>Clinical</a:t>
            </a:r>
            <a:r>
              <a:rPr sz="3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70" dirty="0">
                <a:solidFill>
                  <a:srgbClr val="FFFFFF"/>
                </a:solidFill>
                <a:latin typeface="Trebuchet MS"/>
                <a:cs typeface="Trebuchet MS"/>
              </a:rPr>
              <a:t>Records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75"/>
              </a:spcBef>
            </a:pP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Electronic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health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records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documentation,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diagnosis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tracking,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treatment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plans,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clinical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notes</a:t>
            </a:r>
            <a:r>
              <a:rPr sz="12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55742" y="5431348"/>
            <a:ext cx="4418965" cy="1317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spc="110" dirty="0">
                <a:solidFill>
                  <a:srgbClr val="FFFFFF"/>
                </a:solidFill>
                <a:latin typeface="Trebuchet MS"/>
                <a:cs typeface="Trebuchet MS"/>
              </a:rPr>
              <a:t>Medical</a:t>
            </a:r>
            <a:r>
              <a:rPr sz="3100" b="1" spc="-4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FFFFFF"/>
                </a:solidFill>
                <a:latin typeface="Trebuchet MS"/>
                <a:cs typeface="Trebuchet MS"/>
              </a:rPr>
              <a:t>Services</a:t>
            </a:r>
            <a:endParaRPr sz="3100" dirty="0">
              <a:latin typeface="Trebuchet MS"/>
              <a:cs typeface="Trebuchet MS"/>
            </a:endParaRPr>
          </a:p>
          <a:p>
            <a:pPr marL="12700" marR="5080" indent="-635" algn="ctr">
              <a:lnSpc>
                <a:spcPts val="1430"/>
              </a:lnSpc>
              <a:spcBef>
                <a:spcPts val="218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Comprehensive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service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sz="1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including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consultations,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procedures,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diagnostic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tests,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specialist referrals.</a:t>
            </a:r>
            <a:endParaRPr sz="1200" dirty="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1999" y="7609340"/>
            <a:ext cx="4655185" cy="1134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100" b="1" spc="165" dirty="0">
                <a:solidFill>
                  <a:srgbClr val="FFFFFF"/>
                </a:solidFill>
                <a:latin typeface="Trebuchet MS"/>
                <a:cs typeface="Trebuchet MS"/>
              </a:rPr>
              <a:t>Pharmacy</a:t>
            </a:r>
            <a:r>
              <a:rPr sz="3100" b="1" spc="-4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3100" b="1" spc="-4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00" b="1" spc="40" dirty="0">
                <a:solidFill>
                  <a:srgbClr val="FFFFFF"/>
                </a:solidFill>
                <a:latin typeface="Trebuchet MS"/>
                <a:cs typeface="Trebuchet MS"/>
              </a:rPr>
              <a:t>Lab</a:t>
            </a:r>
            <a:endParaRPr sz="3100" dirty="0">
              <a:latin typeface="Trebuchet MS"/>
              <a:cs typeface="Trebuchet MS"/>
            </a:endParaRPr>
          </a:p>
          <a:p>
            <a:pPr marL="12700" marR="5080" algn="ctr">
              <a:lnSpc>
                <a:spcPts val="1430"/>
              </a:lnSpc>
              <a:spcBef>
                <a:spcPts val="2175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Integrated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pharmacy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dispensing,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prescription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management,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laboratory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test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ordering,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12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results</a:t>
            </a:r>
            <a:r>
              <a:rPr sz="12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tracking.</a:t>
            </a:r>
            <a:endParaRPr sz="12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0728-2674-4A86-D966-CB8018D8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3" y="342900"/>
            <a:ext cx="16357600" cy="1154162"/>
          </a:xfrm>
        </p:spPr>
        <p:txBody>
          <a:bodyPr/>
          <a:lstStyle/>
          <a:p>
            <a:r>
              <a:rPr lang="en-IN" u="sng" dirty="0"/>
              <a:t>PATIENT</a:t>
            </a:r>
            <a:r>
              <a:rPr lang="en-IN" dirty="0"/>
              <a:t> </a:t>
            </a:r>
            <a:r>
              <a:rPr lang="en-IN" u="sng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F9B4-9DE1-37E3-DA52-9D0600602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238500"/>
            <a:ext cx="6553199" cy="4308872"/>
          </a:xfrm>
        </p:spPr>
        <p:txBody>
          <a:bodyPr/>
          <a:lstStyle/>
          <a:p>
            <a:r>
              <a:rPr lang="en-US" sz="4000" b="0" dirty="0">
                <a:latin typeface="Tenorite" panose="020F0502020204030204" pitchFamily="2" charset="0"/>
              </a:rPr>
              <a:t>Patient Registration 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Personal Details Management 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Appointment Booking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Patient History Records</a:t>
            </a:r>
          </a:p>
          <a:p>
            <a:r>
              <a:rPr lang="en-US" sz="4000" b="0" dirty="0">
                <a:latin typeface="Tenorite" panose="020F0502020204030204" pitchFamily="2" charset="0"/>
              </a:rPr>
              <a:t>Easy access to patient information</a:t>
            </a:r>
            <a:endParaRPr lang="en-IN" sz="4000" b="0" dirty="0">
              <a:latin typeface="Tenorite" panose="020F0502020204030204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7A0CBF-91F4-F388-E67A-BEE6B8263D3C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171700"/>
            <a:ext cx="8839200" cy="711108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06BB937-1F53-87D1-F7A0-C283F5F77A48}"/>
              </a:ext>
            </a:extLst>
          </p:cNvPr>
          <p:cNvSpPr/>
          <p:nvPr/>
        </p:nvSpPr>
        <p:spPr>
          <a:xfrm>
            <a:off x="353396" y="3438738"/>
            <a:ext cx="332403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7A9E784-5ED0-9BC2-C853-7EC5D5D66190}"/>
              </a:ext>
            </a:extLst>
          </p:cNvPr>
          <p:cNvSpPr/>
          <p:nvPr/>
        </p:nvSpPr>
        <p:spPr>
          <a:xfrm>
            <a:off x="353396" y="4051379"/>
            <a:ext cx="332403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CE20340-1657-321F-D840-C4C0BF04A955}"/>
              </a:ext>
            </a:extLst>
          </p:cNvPr>
          <p:cNvSpPr/>
          <p:nvPr/>
        </p:nvSpPr>
        <p:spPr>
          <a:xfrm>
            <a:off x="353397" y="5276661"/>
            <a:ext cx="332402" cy="22465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1146107-BE6B-0A31-A689-FAF7C4958ED2}"/>
              </a:ext>
            </a:extLst>
          </p:cNvPr>
          <p:cNvSpPr/>
          <p:nvPr/>
        </p:nvSpPr>
        <p:spPr>
          <a:xfrm>
            <a:off x="376725" y="5892500"/>
            <a:ext cx="332402" cy="23694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A37A7C3-92C2-70F3-D831-2F5856EE49D3}"/>
              </a:ext>
            </a:extLst>
          </p:cNvPr>
          <p:cNvSpPr/>
          <p:nvPr/>
        </p:nvSpPr>
        <p:spPr>
          <a:xfrm>
            <a:off x="376725" y="6623612"/>
            <a:ext cx="332402" cy="23694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34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483" cy="10287079"/>
            <a:chOff x="0" y="0"/>
            <a:chExt cx="18288483" cy="102870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858614"/>
              <a:ext cx="18287999" cy="54283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89683" y="1"/>
              <a:ext cx="3098800" cy="10287000"/>
            </a:xfrm>
            <a:custGeom>
              <a:avLst/>
              <a:gdLst/>
              <a:ahLst/>
              <a:cxnLst/>
              <a:rect l="l" t="t" r="r" b="b"/>
              <a:pathLst>
                <a:path w="3098800" h="10287000">
                  <a:moveTo>
                    <a:pt x="3098317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098317" y="0"/>
                  </a:lnTo>
                  <a:lnTo>
                    <a:pt x="3098317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29259" y="0"/>
              <a:ext cx="1158740" cy="44766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450650" y="0"/>
              <a:ext cx="837565" cy="3265804"/>
            </a:xfrm>
            <a:custGeom>
              <a:avLst/>
              <a:gdLst/>
              <a:ahLst/>
              <a:cxnLst/>
              <a:rect l="l" t="t" r="r" b="b"/>
              <a:pathLst>
                <a:path w="837565" h="3265804">
                  <a:moveTo>
                    <a:pt x="837348" y="3265638"/>
                  </a:moveTo>
                  <a:lnTo>
                    <a:pt x="0" y="0"/>
                  </a:lnTo>
                  <a:lnTo>
                    <a:pt x="837349" y="0"/>
                  </a:lnTo>
                  <a:lnTo>
                    <a:pt x="837348" y="326563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8164" y="0"/>
              <a:ext cx="1816856" cy="37787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0"/>
              <a:ext cx="3794760" cy="10287000"/>
            </a:xfrm>
            <a:custGeom>
              <a:avLst/>
              <a:gdLst/>
              <a:ahLst/>
              <a:cxnLst/>
              <a:rect l="l" t="t" r="r" b="b"/>
              <a:pathLst>
                <a:path w="3794760" h="10287000">
                  <a:moveTo>
                    <a:pt x="3794696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57527" y="0"/>
                  </a:lnTo>
                  <a:lnTo>
                    <a:pt x="3794696" y="102869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830895"/>
              <a:ext cx="1591532" cy="44561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792675"/>
              <a:ext cx="1235710" cy="3494404"/>
            </a:xfrm>
            <a:custGeom>
              <a:avLst/>
              <a:gdLst/>
              <a:ahLst/>
              <a:cxnLst/>
              <a:rect l="l" t="t" r="r" b="b"/>
              <a:pathLst>
                <a:path w="1235710" h="3494404">
                  <a:moveTo>
                    <a:pt x="1235486" y="3494324"/>
                  </a:moveTo>
                  <a:lnTo>
                    <a:pt x="0" y="3494324"/>
                  </a:lnTo>
                  <a:lnTo>
                    <a:pt x="0" y="0"/>
                  </a:lnTo>
                  <a:lnTo>
                    <a:pt x="1235486" y="3494324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2536658" cy="6050413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11955">
              <a:lnSpc>
                <a:spcPct val="100000"/>
              </a:lnSpc>
              <a:spcBef>
                <a:spcPts val="90"/>
              </a:spcBef>
            </a:pPr>
            <a:r>
              <a:rPr lang="en-IN" spc="-10" dirty="0"/>
              <a:t>Inventory</a:t>
            </a:r>
            <a:r>
              <a:rPr lang="en-IN" spc="-1065" dirty="0"/>
              <a:t> </a:t>
            </a:r>
            <a:r>
              <a:rPr spc="215" dirty="0"/>
              <a:t>Module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12009" y="2837715"/>
            <a:ext cx="12463780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Our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70" dirty="0">
                <a:latin typeface="Lucida Sans Unicode"/>
                <a:cs typeface="Lucida Sans Unicode"/>
              </a:rPr>
              <a:t>comprehensive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inventory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135" dirty="0">
                <a:latin typeface="Lucida Sans Unicode"/>
                <a:cs typeface="Lucida Sans Unicode"/>
              </a:rPr>
              <a:t>management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70" dirty="0">
                <a:latin typeface="Lucida Sans Unicode"/>
                <a:cs typeface="Lucida Sans Unicode"/>
              </a:rPr>
              <a:t>system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ensures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optimal</a:t>
            </a:r>
            <a:r>
              <a:rPr sz="2100" dirty="0">
                <a:latin typeface="Lucida Sans Unicode"/>
                <a:cs typeface="Lucida Sans Unicode"/>
              </a:rPr>
              <a:t> stock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levels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75" dirty="0">
                <a:latin typeface="Lucida Sans Unicode"/>
                <a:cs typeface="Lucida Sans Unicode"/>
              </a:rPr>
              <a:t>across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all </a:t>
            </a:r>
            <a:r>
              <a:rPr sz="2100" dirty="0">
                <a:latin typeface="Lucida Sans Unicode"/>
                <a:cs typeface="Lucida Sans Unicode"/>
              </a:rPr>
              <a:t>hospital</a:t>
            </a:r>
            <a:r>
              <a:rPr sz="2100" spc="-15" dirty="0">
                <a:latin typeface="Lucida Sans Unicode"/>
                <a:cs typeface="Lucida Sans Unicode"/>
              </a:rPr>
              <a:t> </a:t>
            </a:r>
            <a:r>
              <a:rPr sz="2100" spc="50" dirty="0">
                <a:latin typeface="Lucida Sans Unicode"/>
                <a:cs typeface="Lucida Sans Unicode"/>
              </a:rPr>
              <a:t>departments.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Real-</a:t>
            </a:r>
            <a:r>
              <a:rPr sz="2100" spc="50" dirty="0">
                <a:latin typeface="Lucida Sans Unicode"/>
                <a:cs typeface="Lucida Sans Unicode"/>
              </a:rPr>
              <a:t>time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tracking,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10" dirty="0">
                <a:latin typeface="Lucida Sans Unicode"/>
                <a:cs typeface="Lucida Sans Unicode"/>
              </a:rPr>
              <a:t>automated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reorder</a:t>
            </a:r>
            <a:r>
              <a:rPr sz="2100" spc="-1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alerts,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35" dirty="0">
                <a:latin typeface="Lucida Sans Unicode"/>
                <a:cs typeface="Lucida Sans Unicode"/>
              </a:rPr>
              <a:t>and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supplier</a:t>
            </a:r>
            <a:r>
              <a:rPr sz="2100" spc="-10" dirty="0">
                <a:latin typeface="Lucida Sans Unicode"/>
                <a:cs typeface="Lucida Sans Unicode"/>
              </a:rPr>
              <a:t> integration </a:t>
            </a:r>
            <a:r>
              <a:rPr sz="2100" dirty="0">
                <a:latin typeface="Lucida Sans Unicode"/>
                <a:cs typeface="Lucida Sans Unicode"/>
              </a:rPr>
              <a:t>minimize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95" dirty="0">
                <a:latin typeface="Lucida Sans Unicode"/>
                <a:cs typeface="Lucida Sans Unicode"/>
              </a:rPr>
              <a:t>waste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while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ensuring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critical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supplies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00" dirty="0">
                <a:latin typeface="Lucida Sans Unicode"/>
                <a:cs typeface="Lucida Sans Unicode"/>
              </a:rPr>
              <a:t>are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105" dirty="0">
                <a:latin typeface="Lucida Sans Unicode"/>
                <a:cs typeface="Lucida Sans Unicode"/>
              </a:rPr>
              <a:t>always</a:t>
            </a:r>
            <a:r>
              <a:rPr sz="2100" spc="-5" dirty="0">
                <a:latin typeface="Lucida Sans Unicode"/>
                <a:cs typeface="Lucida Sans Unicode"/>
              </a:rPr>
              <a:t> </a:t>
            </a:r>
            <a:r>
              <a:rPr sz="2100" spc="90" dirty="0">
                <a:latin typeface="Lucida Sans Unicode"/>
                <a:cs typeface="Lucida Sans Unicode"/>
              </a:rPr>
              <a:t>available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when</a:t>
            </a:r>
            <a:r>
              <a:rPr sz="2100" spc="-10" dirty="0">
                <a:latin typeface="Lucida Sans Unicode"/>
                <a:cs typeface="Lucida Sans Unicode"/>
              </a:rPr>
              <a:t> </a:t>
            </a:r>
            <a:r>
              <a:rPr sz="2100" spc="45" dirty="0">
                <a:latin typeface="Lucida Sans Unicode"/>
                <a:cs typeface="Lucida Sans Unicode"/>
              </a:rPr>
              <a:t>needed.</a:t>
            </a:r>
            <a:endParaRPr sz="21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92830" y="4932526"/>
            <a:ext cx="5600700" cy="3996054"/>
            <a:chOff x="4092830" y="4932526"/>
            <a:chExt cx="5600700" cy="399605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7793" y="4932526"/>
              <a:ext cx="149350" cy="1493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1446" y="4932526"/>
              <a:ext cx="149350" cy="149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01770" y="4932526"/>
              <a:ext cx="149350" cy="1493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95370" y="5276031"/>
              <a:ext cx="0" cy="3649979"/>
            </a:xfrm>
            <a:custGeom>
              <a:avLst/>
              <a:gdLst/>
              <a:ahLst/>
              <a:cxnLst/>
              <a:rect l="l" t="t" r="r" b="b"/>
              <a:pathLst>
                <a:path h="3649979">
                  <a:moveTo>
                    <a:pt x="0" y="3649443"/>
                  </a:moveTo>
                  <a:lnTo>
                    <a:pt x="0" y="0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14439" y="5276031"/>
              <a:ext cx="3357245" cy="3649979"/>
            </a:xfrm>
            <a:custGeom>
              <a:avLst/>
              <a:gdLst/>
              <a:ahLst/>
              <a:cxnLst/>
              <a:rect l="l" t="t" r="r" b="b"/>
              <a:pathLst>
                <a:path w="3357245" h="3649979">
                  <a:moveTo>
                    <a:pt x="0" y="2713687"/>
                  </a:moveTo>
                  <a:lnTo>
                    <a:pt x="0" y="2807263"/>
                  </a:lnTo>
                </a:path>
                <a:path w="3357245" h="3649979">
                  <a:moveTo>
                    <a:pt x="0" y="1777933"/>
                  </a:moveTo>
                  <a:lnTo>
                    <a:pt x="0" y="1871508"/>
                  </a:lnTo>
                </a:path>
                <a:path w="3357245" h="3649979">
                  <a:moveTo>
                    <a:pt x="0" y="842178"/>
                  </a:moveTo>
                  <a:lnTo>
                    <a:pt x="0" y="935753"/>
                  </a:lnTo>
                </a:path>
                <a:path w="3357245" h="3649979">
                  <a:moveTo>
                    <a:pt x="1119069" y="2713687"/>
                  </a:moveTo>
                  <a:lnTo>
                    <a:pt x="1119069" y="3649443"/>
                  </a:lnTo>
                </a:path>
                <a:path w="3357245" h="3649979">
                  <a:moveTo>
                    <a:pt x="1119069" y="1777933"/>
                  </a:moveTo>
                  <a:lnTo>
                    <a:pt x="1119069" y="1871508"/>
                  </a:lnTo>
                </a:path>
                <a:path w="3357245" h="3649979">
                  <a:moveTo>
                    <a:pt x="1119069" y="0"/>
                  </a:moveTo>
                  <a:lnTo>
                    <a:pt x="1119069" y="935753"/>
                  </a:lnTo>
                </a:path>
                <a:path w="3357245" h="3649979">
                  <a:moveTo>
                    <a:pt x="2238138" y="0"/>
                  </a:moveTo>
                  <a:lnTo>
                    <a:pt x="2238138" y="2807263"/>
                  </a:lnTo>
                </a:path>
                <a:path w="3357245" h="3649979">
                  <a:moveTo>
                    <a:pt x="3357208" y="0"/>
                  </a:moveTo>
                  <a:lnTo>
                    <a:pt x="3357208" y="2807263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90717" y="5276031"/>
              <a:ext cx="0" cy="3649979"/>
            </a:xfrm>
            <a:custGeom>
              <a:avLst/>
              <a:gdLst/>
              <a:ahLst/>
              <a:cxnLst/>
              <a:rect l="l" t="t" r="r" b="b"/>
              <a:pathLst>
                <a:path h="3649979">
                  <a:moveTo>
                    <a:pt x="0" y="3649443"/>
                  </a:moveTo>
                  <a:lnTo>
                    <a:pt x="0" y="0"/>
                  </a:lnTo>
                </a:path>
              </a:pathLst>
            </a:custGeom>
            <a:ln w="4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634451" y="4903490"/>
            <a:ext cx="55689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409" dirty="0">
                <a:latin typeface="Lucida Sans Unicode"/>
                <a:cs typeface="Lucida Sans Unicode"/>
              </a:rPr>
              <a:t>1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8104" y="4903490"/>
            <a:ext cx="59499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2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8427" y="4903490"/>
            <a:ext cx="59690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latin typeface="Lucida Sans Unicode"/>
                <a:cs typeface="Lucida Sans Unicode"/>
              </a:rPr>
              <a:t>Series</a:t>
            </a:r>
            <a:r>
              <a:rPr sz="1150" spc="12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3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03" y="8950111"/>
            <a:ext cx="11938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50" dirty="0">
                <a:latin typeface="Lucida Sans Unicode"/>
                <a:cs typeface="Lucida Sans Unicode"/>
              </a:rPr>
              <a:t>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1153" y="8950111"/>
            <a:ext cx="16700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50" dirty="0">
                <a:latin typeface="Lucida Sans Unicode"/>
                <a:cs typeface="Lucida Sans Unicode"/>
              </a:rPr>
              <a:t>10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1189" y="8950111"/>
            <a:ext cx="205104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20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49238" y="8950111"/>
            <a:ext cx="20764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30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65317" y="8950111"/>
            <a:ext cx="2133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40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82125" y="8950111"/>
            <a:ext cx="213360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latin typeface="Lucida Sans Unicode"/>
                <a:cs typeface="Lucida Sans Unicode"/>
              </a:rPr>
              <a:t>50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95370" y="5188724"/>
            <a:ext cx="11285220" cy="3736975"/>
            <a:chOff x="4095370" y="5188724"/>
            <a:chExt cx="11285220" cy="3736975"/>
          </a:xfrm>
        </p:grpSpPr>
        <p:sp>
          <p:nvSpPr>
            <p:cNvPr id="35" name="object 35"/>
            <p:cNvSpPr/>
            <p:nvPr/>
          </p:nvSpPr>
          <p:spPr>
            <a:xfrm>
              <a:off x="4095370" y="5276030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95255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95255" y="0"/>
                  </a:lnTo>
                  <a:lnTo>
                    <a:pt x="895255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90625" y="5276030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95255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95255" y="0"/>
                  </a:lnTo>
                  <a:lnTo>
                    <a:pt x="895255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85881" y="5276030"/>
              <a:ext cx="447675" cy="842644"/>
            </a:xfrm>
            <a:custGeom>
              <a:avLst/>
              <a:gdLst/>
              <a:ahLst/>
              <a:cxnLst/>
              <a:rect l="l" t="t" r="r" b="b"/>
              <a:pathLst>
                <a:path w="447675" h="842645">
                  <a:moveTo>
                    <a:pt x="384677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384677" y="0"/>
                  </a:lnTo>
                  <a:lnTo>
                    <a:pt x="421362" y="13812"/>
                  </a:lnTo>
                  <a:lnTo>
                    <a:pt x="444191" y="45678"/>
                  </a:lnTo>
                  <a:lnTo>
                    <a:pt x="447627" y="62950"/>
                  </a:lnTo>
                  <a:lnTo>
                    <a:pt x="447627" y="779228"/>
                  </a:lnTo>
                  <a:lnTo>
                    <a:pt x="433815" y="815914"/>
                  </a:lnTo>
                  <a:lnTo>
                    <a:pt x="401949" y="838743"/>
                  </a:lnTo>
                  <a:lnTo>
                    <a:pt x="384677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95370" y="6211784"/>
              <a:ext cx="1343025" cy="842644"/>
            </a:xfrm>
            <a:custGeom>
              <a:avLst/>
              <a:gdLst/>
              <a:ahLst/>
              <a:cxnLst/>
              <a:rect l="l" t="t" r="r" b="b"/>
              <a:pathLst>
                <a:path w="1343025" h="842645">
                  <a:moveTo>
                    <a:pt x="1342883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342883" y="0"/>
                  </a:lnTo>
                  <a:lnTo>
                    <a:pt x="1342883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38253" y="6211784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11906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119069" y="0"/>
                  </a:lnTo>
                  <a:lnTo>
                    <a:pt x="1119069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57323" y="6211784"/>
              <a:ext cx="895350" cy="842644"/>
            </a:xfrm>
            <a:custGeom>
              <a:avLst/>
              <a:gdLst/>
              <a:ahLst/>
              <a:cxnLst/>
              <a:rect l="l" t="t" r="r" b="b"/>
              <a:pathLst>
                <a:path w="895350" h="842645">
                  <a:moveTo>
                    <a:pt x="832304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832303" y="0"/>
                  </a:lnTo>
                  <a:lnTo>
                    <a:pt x="836686" y="431"/>
                  </a:lnTo>
                  <a:lnTo>
                    <a:pt x="872393" y="16605"/>
                  </a:lnTo>
                  <a:lnTo>
                    <a:pt x="893097" y="49891"/>
                  </a:lnTo>
                  <a:lnTo>
                    <a:pt x="895255" y="62950"/>
                  </a:lnTo>
                  <a:lnTo>
                    <a:pt x="895255" y="779228"/>
                  </a:lnTo>
                  <a:lnTo>
                    <a:pt x="881442" y="815914"/>
                  </a:lnTo>
                  <a:lnTo>
                    <a:pt x="849576" y="838743"/>
                  </a:lnTo>
                  <a:lnTo>
                    <a:pt x="832304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95370" y="7147539"/>
              <a:ext cx="1790700" cy="842644"/>
            </a:xfrm>
            <a:custGeom>
              <a:avLst/>
              <a:gdLst/>
              <a:ahLst/>
              <a:cxnLst/>
              <a:rect l="l" t="t" r="r" b="b"/>
              <a:pathLst>
                <a:path w="1790700" h="842645">
                  <a:moveTo>
                    <a:pt x="1790510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790510" y="0"/>
                  </a:lnTo>
                  <a:lnTo>
                    <a:pt x="1790510" y="84217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85881" y="7147539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11906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119069" y="0"/>
                  </a:lnTo>
                  <a:lnTo>
                    <a:pt x="1119069" y="842179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004950" y="7147539"/>
              <a:ext cx="1119505" cy="842644"/>
            </a:xfrm>
            <a:custGeom>
              <a:avLst/>
              <a:gdLst/>
              <a:ahLst/>
              <a:cxnLst/>
              <a:rect l="l" t="t" r="r" b="b"/>
              <a:pathLst>
                <a:path w="1119504" h="842645">
                  <a:moveTo>
                    <a:pt x="1056119" y="842179"/>
                  </a:moveTo>
                  <a:lnTo>
                    <a:pt x="0" y="842179"/>
                  </a:lnTo>
                  <a:lnTo>
                    <a:pt x="0" y="0"/>
                  </a:lnTo>
                  <a:lnTo>
                    <a:pt x="1056117" y="0"/>
                  </a:lnTo>
                  <a:lnTo>
                    <a:pt x="1060500" y="431"/>
                  </a:lnTo>
                  <a:lnTo>
                    <a:pt x="1096207" y="16605"/>
                  </a:lnTo>
                  <a:lnTo>
                    <a:pt x="1116911" y="49891"/>
                  </a:lnTo>
                  <a:lnTo>
                    <a:pt x="1119069" y="62950"/>
                  </a:lnTo>
                  <a:lnTo>
                    <a:pt x="1119069" y="779228"/>
                  </a:lnTo>
                  <a:lnTo>
                    <a:pt x="1105256" y="815914"/>
                  </a:lnTo>
                  <a:lnTo>
                    <a:pt x="1073390" y="838743"/>
                  </a:lnTo>
                  <a:lnTo>
                    <a:pt x="1056119" y="84217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95370" y="8083294"/>
              <a:ext cx="2238375" cy="842644"/>
            </a:xfrm>
            <a:custGeom>
              <a:avLst/>
              <a:gdLst/>
              <a:ahLst/>
              <a:cxnLst/>
              <a:rect l="l" t="t" r="r" b="b"/>
              <a:pathLst>
                <a:path w="2238375" h="842645">
                  <a:moveTo>
                    <a:pt x="2238138" y="842178"/>
                  </a:moveTo>
                  <a:lnTo>
                    <a:pt x="0" y="842178"/>
                  </a:lnTo>
                  <a:lnTo>
                    <a:pt x="0" y="0"/>
                  </a:lnTo>
                  <a:lnTo>
                    <a:pt x="2238138" y="0"/>
                  </a:lnTo>
                  <a:lnTo>
                    <a:pt x="2238138" y="84217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333509" y="8083294"/>
              <a:ext cx="2686050" cy="842644"/>
            </a:xfrm>
            <a:custGeom>
              <a:avLst/>
              <a:gdLst/>
              <a:ahLst/>
              <a:cxnLst/>
              <a:rect l="l" t="t" r="r" b="b"/>
              <a:pathLst>
                <a:path w="2686050" h="842645">
                  <a:moveTo>
                    <a:pt x="2685766" y="842178"/>
                  </a:moveTo>
                  <a:lnTo>
                    <a:pt x="0" y="842178"/>
                  </a:lnTo>
                  <a:lnTo>
                    <a:pt x="0" y="0"/>
                  </a:lnTo>
                  <a:lnTo>
                    <a:pt x="2685766" y="0"/>
                  </a:lnTo>
                  <a:lnTo>
                    <a:pt x="2685766" y="842178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019273" y="5188737"/>
              <a:ext cx="6361430" cy="3736975"/>
            </a:xfrm>
            <a:custGeom>
              <a:avLst/>
              <a:gdLst/>
              <a:ahLst/>
              <a:cxnLst/>
              <a:rect l="l" t="t" r="r" b="b"/>
              <a:pathLst>
                <a:path w="6361430" h="3736975">
                  <a:moveTo>
                    <a:pt x="671436" y="2957512"/>
                  </a:moveTo>
                  <a:lnTo>
                    <a:pt x="657618" y="2920822"/>
                  </a:lnTo>
                  <a:lnTo>
                    <a:pt x="625754" y="2898000"/>
                  </a:lnTo>
                  <a:lnTo>
                    <a:pt x="608482" y="2894558"/>
                  </a:lnTo>
                  <a:lnTo>
                    <a:pt x="0" y="2894558"/>
                  </a:lnTo>
                  <a:lnTo>
                    <a:pt x="0" y="3736746"/>
                  </a:lnTo>
                  <a:lnTo>
                    <a:pt x="608482" y="3736746"/>
                  </a:lnTo>
                  <a:lnTo>
                    <a:pt x="645172" y="3722928"/>
                  </a:lnTo>
                  <a:lnTo>
                    <a:pt x="668007" y="3691064"/>
                  </a:lnTo>
                  <a:lnTo>
                    <a:pt x="671436" y="3673792"/>
                  </a:lnTo>
                  <a:lnTo>
                    <a:pt x="671436" y="2957512"/>
                  </a:lnTo>
                  <a:close/>
                </a:path>
                <a:path w="6361430" h="3736975">
                  <a:moveTo>
                    <a:pt x="6360833" y="335343"/>
                  </a:moveTo>
                  <a:lnTo>
                    <a:pt x="6357188" y="285788"/>
                  </a:lnTo>
                  <a:lnTo>
                    <a:pt x="6346634" y="238493"/>
                  </a:lnTo>
                  <a:lnTo>
                    <a:pt x="6329654" y="193967"/>
                  </a:lnTo>
                  <a:lnTo>
                    <a:pt x="6306794" y="152742"/>
                  </a:lnTo>
                  <a:lnTo>
                    <a:pt x="6278575" y="115328"/>
                  </a:lnTo>
                  <a:lnTo>
                    <a:pt x="6245491" y="82245"/>
                  </a:lnTo>
                  <a:lnTo>
                    <a:pt x="6208077" y="54025"/>
                  </a:lnTo>
                  <a:lnTo>
                    <a:pt x="6166853" y="31165"/>
                  </a:lnTo>
                  <a:lnTo>
                    <a:pt x="6122327" y="14198"/>
                  </a:lnTo>
                  <a:lnTo>
                    <a:pt x="6075032" y="3632"/>
                  </a:lnTo>
                  <a:lnTo>
                    <a:pt x="6025477" y="0"/>
                  </a:lnTo>
                  <a:lnTo>
                    <a:pt x="1888744" y="0"/>
                  </a:lnTo>
                  <a:lnTo>
                    <a:pt x="1839188" y="3632"/>
                  </a:lnTo>
                  <a:lnTo>
                    <a:pt x="1791893" y="14198"/>
                  </a:lnTo>
                  <a:lnTo>
                    <a:pt x="1747367" y="31165"/>
                  </a:lnTo>
                  <a:lnTo>
                    <a:pt x="1706143" y="54025"/>
                  </a:lnTo>
                  <a:lnTo>
                    <a:pt x="1668729" y="82245"/>
                  </a:lnTo>
                  <a:lnTo>
                    <a:pt x="1635645" y="115328"/>
                  </a:lnTo>
                  <a:lnTo>
                    <a:pt x="1607426" y="152742"/>
                  </a:lnTo>
                  <a:lnTo>
                    <a:pt x="1584566" y="193967"/>
                  </a:lnTo>
                  <a:lnTo>
                    <a:pt x="1567586" y="238493"/>
                  </a:lnTo>
                  <a:lnTo>
                    <a:pt x="1557032" y="285788"/>
                  </a:lnTo>
                  <a:lnTo>
                    <a:pt x="1553387" y="335343"/>
                  </a:lnTo>
                  <a:lnTo>
                    <a:pt x="1557032" y="384898"/>
                  </a:lnTo>
                  <a:lnTo>
                    <a:pt x="1567586" y="432206"/>
                  </a:lnTo>
                  <a:lnTo>
                    <a:pt x="1584566" y="476719"/>
                  </a:lnTo>
                  <a:lnTo>
                    <a:pt x="1607426" y="517956"/>
                  </a:lnTo>
                  <a:lnTo>
                    <a:pt x="1635645" y="555358"/>
                  </a:lnTo>
                  <a:lnTo>
                    <a:pt x="1668729" y="588441"/>
                  </a:lnTo>
                  <a:lnTo>
                    <a:pt x="1706143" y="616673"/>
                  </a:lnTo>
                  <a:lnTo>
                    <a:pt x="1747367" y="639533"/>
                  </a:lnTo>
                  <a:lnTo>
                    <a:pt x="1791893" y="656501"/>
                  </a:lnTo>
                  <a:lnTo>
                    <a:pt x="1839188" y="667067"/>
                  </a:lnTo>
                  <a:lnTo>
                    <a:pt x="1888744" y="670699"/>
                  </a:lnTo>
                  <a:lnTo>
                    <a:pt x="6025477" y="670699"/>
                  </a:lnTo>
                  <a:lnTo>
                    <a:pt x="6075032" y="667067"/>
                  </a:lnTo>
                  <a:lnTo>
                    <a:pt x="6122327" y="656501"/>
                  </a:lnTo>
                  <a:lnTo>
                    <a:pt x="6166853" y="639533"/>
                  </a:lnTo>
                  <a:lnTo>
                    <a:pt x="6208077" y="616673"/>
                  </a:lnTo>
                  <a:lnTo>
                    <a:pt x="6245491" y="588441"/>
                  </a:lnTo>
                  <a:lnTo>
                    <a:pt x="6278575" y="555358"/>
                  </a:lnTo>
                  <a:lnTo>
                    <a:pt x="6306794" y="517956"/>
                  </a:lnTo>
                  <a:lnTo>
                    <a:pt x="6329654" y="476719"/>
                  </a:lnTo>
                  <a:lnTo>
                    <a:pt x="6346634" y="432206"/>
                  </a:lnTo>
                  <a:lnTo>
                    <a:pt x="6357188" y="384898"/>
                  </a:lnTo>
                  <a:lnTo>
                    <a:pt x="6360833" y="335343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572673" y="6164232"/>
              <a:ext cx="4807585" cy="671195"/>
            </a:xfrm>
            <a:custGeom>
              <a:avLst/>
              <a:gdLst/>
              <a:ahLst/>
              <a:cxnLst/>
              <a:rect l="l" t="t" r="r" b="b"/>
              <a:pathLst>
                <a:path w="4807584" h="671195">
                  <a:moveTo>
                    <a:pt x="4472080" y="670707"/>
                  </a:moveTo>
                  <a:lnTo>
                    <a:pt x="335353" y="670707"/>
                  </a:lnTo>
                  <a:lnTo>
                    <a:pt x="285797" y="667071"/>
                  </a:lnTo>
                  <a:lnTo>
                    <a:pt x="238498" y="656508"/>
                  </a:lnTo>
                  <a:lnTo>
                    <a:pt x="193976" y="639538"/>
                  </a:lnTo>
                  <a:lnTo>
                    <a:pt x="152750" y="616679"/>
                  </a:lnTo>
                  <a:lnTo>
                    <a:pt x="115336" y="588450"/>
                  </a:lnTo>
                  <a:lnTo>
                    <a:pt x="82256" y="555370"/>
                  </a:lnTo>
                  <a:lnTo>
                    <a:pt x="54027" y="517957"/>
                  </a:lnTo>
                  <a:lnTo>
                    <a:pt x="31168" y="476730"/>
                  </a:lnTo>
                  <a:lnTo>
                    <a:pt x="14198" y="432208"/>
                  </a:lnTo>
                  <a:lnTo>
                    <a:pt x="3636" y="384909"/>
                  </a:lnTo>
                  <a:lnTo>
                    <a:pt x="0" y="335353"/>
                  </a:lnTo>
                  <a:lnTo>
                    <a:pt x="3636" y="285797"/>
                  </a:lnTo>
                  <a:lnTo>
                    <a:pt x="14198" y="238499"/>
                  </a:lnTo>
                  <a:lnTo>
                    <a:pt x="31168" y="193977"/>
                  </a:lnTo>
                  <a:lnTo>
                    <a:pt x="54027" y="152750"/>
                  </a:lnTo>
                  <a:lnTo>
                    <a:pt x="82256" y="115337"/>
                  </a:lnTo>
                  <a:lnTo>
                    <a:pt x="115336" y="82256"/>
                  </a:lnTo>
                  <a:lnTo>
                    <a:pt x="152750" y="54027"/>
                  </a:lnTo>
                  <a:lnTo>
                    <a:pt x="193976" y="31168"/>
                  </a:lnTo>
                  <a:lnTo>
                    <a:pt x="238498" y="14198"/>
                  </a:lnTo>
                  <a:lnTo>
                    <a:pt x="285797" y="3636"/>
                  </a:lnTo>
                  <a:lnTo>
                    <a:pt x="335353" y="0"/>
                  </a:lnTo>
                  <a:lnTo>
                    <a:pt x="4472080" y="0"/>
                  </a:lnTo>
                  <a:lnTo>
                    <a:pt x="4521636" y="3636"/>
                  </a:lnTo>
                  <a:lnTo>
                    <a:pt x="4568934" y="14198"/>
                  </a:lnTo>
                  <a:lnTo>
                    <a:pt x="4613456" y="31168"/>
                  </a:lnTo>
                  <a:lnTo>
                    <a:pt x="4654683" y="54027"/>
                  </a:lnTo>
                  <a:lnTo>
                    <a:pt x="4692096" y="82256"/>
                  </a:lnTo>
                  <a:lnTo>
                    <a:pt x="4725177" y="115337"/>
                  </a:lnTo>
                  <a:lnTo>
                    <a:pt x="4753406" y="152750"/>
                  </a:lnTo>
                  <a:lnTo>
                    <a:pt x="4776264" y="193977"/>
                  </a:lnTo>
                  <a:lnTo>
                    <a:pt x="4793234" y="238499"/>
                  </a:lnTo>
                  <a:lnTo>
                    <a:pt x="4803797" y="285797"/>
                  </a:lnTo>
                  <a:lnTo>
                    <a:pt x="4807433" y="335353"/>
                  </a:lnTo>
                  <a:lnTo>
                    <a:pt x="4803797" y="384909"/>
                  </a:lnTo>
                  <a:lnTo>
                    <a:pt x="4793234" y="432208"/>
                  </a:lnTo>
                  <a:lnTo>
                    <a:pt x="4776264" y="476730"/>
                  </a:lnTo>
                  <a:lnTo>
                    <a:pt x="4753406" y="517957"/>
                  </a:lnTo>
                  <a:lnTo>
                    <a:pt x="4725177" y="555370"/>
                  </a:lnTo>
                  <a:lnTo>
                    <a:pt x="4692096" y="588450"/>
                  </a:lnTo>
                  <a:lnTo>
                    <a:pt x="4654683" y="616679"/>
                  </a:lnTo>
                  <a:lnTo>
                    <a:pt x="4613456" y="639538"/>
                  </a:lnTo>
                  <a:lnTo>
                    <a:pt x="4568934" y="656508"/>
                  </a:lnTo>
                  <a:lnTo>
                    <a:pt x="4521636" y="667071"/>
                  </a:lnTo>
                  <a:lnTo>
                    <a:pt x="4472080" y="670707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657254" y="5255508"/>
            <a:ext cx="263842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55" dirty="0">
                <a:solidFill>
                  <a:srgbClr val="FFFFFF"/>
                </a:solidFill>
                <a:latin typeface="Trebuchet MS"/>
                <a:cs typeface="Trebuchet MS"/>
              </a:rPr>
              <a:t>Stock</a:t>
            </a:r>
            <a:r>
              <a:rPr sz="295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35" dirty="0">
                <a:solidFill>
                  <a:srgbClr val="FFFFFF"/>
                </a:solidFill>
                <a:latin typeface="Trebuchet MS"/>
                <a:cs typeface="Trebuchet MS"/>
              </a:rPr>
              <a:t>Tracking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720059" y="6231016"/>
            <a:ext cx="25126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-20" dirty="0">
                <a:solidFill>
                  <a:srgbClr val="FFFFFF"/>
                </a:solidFill>
                <a:latin typeface="Trebuchet MS"/>
                <a:cs typeface="Trebuchet MS"/>
              </a:rPr>
              <a:t>Reorder</a:t>
            </a:r>
            <a:r>
              <a:rPr sz="2950" b="1" spc="-3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rebuchet MS"/>
                <a:cs typeface="Trebuchet MS"/>
              </a:rPr>
              <a:t>Alerts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572673" y="7139739"/>
            <a:ext cx="4807585" cy="671195"/>
          </a:xfrm>
          <a:custGeom>
            <a:avLst/>
            <a:gdLst/>
            <a:ahLst/>
            <a:cxnLst/>
            <a:rect l="l" t="t" r="r" b="b"/>
            <a:pathLst>
              <a:path w="4807584" h="671195">
                <a:moveTo>
                  <a:pt x="4472080" y="670707"/>
                </a:moveTo>
                <a:lnTo>
                  <a:pt x="335353" y="670707"/>
                </a:lnTo>
                <a:lnTo>
                  <a:pt x="285797" y="667071"/>
                </a:lnTo>
                <a:lnTo>
                  <a:pt x="238498" y="656508"/>
                </a:lnTo>
                <a:lnTo>
                  <a:pt x="193976" y="639538"/>
                </a:lnTo>
                <a:lnTo>
                  <a:pt x="152750" y="616679"/>
                </a:lnTo>
                <a:lnTo>
                  <a:pt x="115336" y="588450"/>
                </a:lnTo>
                <a:lnTo>
                  <a:pt x="82256" y="555370"/>
                </a:lnTo>
                <a:lnTo>
                  <a:pt x="54027" y="517957"/>
                </a:lnTo>
                <a:lnTo>
                  <a:pt x="31168" y="476730"/>
                </a:lnTo>
                <a:lnTo>
                  <a:pt x="14198" y="432208"/>
                </a:lnTo>
                <a:lnTo>
                  <a:pt x="3636" y="384909"/>
                </a:lnTo>
                <a:lnTo>
                  <a:pt x="0" y="335353"/>
                </a:lnTo>
                <a:lnTo>
                  <a:pt x="3636" y="285797"/>
                </a:lnTo>
                <a:lnTo>
                  <a:pt x="14198" y="238499"/>
                </a:lnTo>
                <a:lnTo>
                  <a:pt x="31168" y="193977"/>
                </a:lnTo>
                <a:lnTo>
                  <a:pt x="54027" y="152750"/>
                </a:lnTo>
                <a:lnTo>
                  <a:pt x="82256" y="115337"/>
                </a:lnTo>
                <a:lnTo>
                  <a:pt x="115336" y="82256"/>
                </a:lnTo>
                <a:lnTo>
                  <a:pt x="152750" y="54027"/>
                </a:lnTo>
                <a:lnTo>
                  <a:pt x="193976" y="31168"/>
                </a:lnTo>
                <a:lnTo>
                  <a:pt x="238498" y="14198"/>
                </a:lnTo>
                <a:lnTo>
                  <a:pt x="285797" y="3636"/>
                </a:lnTo>
                <a:lnTo>
                  <a:pt x="335353" y="0"/>
                </a:lnTo>
                <a:lnTo>
                  <a:pt x="4472080" y="0"/>
                </a:lnTo>
                <a:lnTo>
                  <a:pt x="4521636" y="3636"/>
                </a:lnTo>
                <a:lnTo>
                  <a:pt x="4568934" y="14198"/>
                </a:lnTo>
                <a:lnTo>
                  <a:pt x="4613456" y="31168"/>
                </a:lnTo>
                <a:lnTo>
                  <a:pt x="4654683" y="54027"/>
                </a:lnTo>
                <a:lnTo>
                  <a:pt x="4692096" y="82256"/>
                </a:lnTo>
                <a:lnTo>
                  <a:pt x="4725177" y="115337"/>
                </a:lnTo>
                <a:lnTo>
                  <a:pt x="4753406" y="152750"/>
                </a:lnTo>
                <a:lnTo>
                  <a:pt x="4776264" y="193977"/>
                </a:lnTo>
                <a:lnTo>
                  <a:pt x="4793234" y="238499"/>
                </a:lnTo>
                <a:lnTo>
                  <a:pt x="4803797" y="285797"/>
                </a:lnTo>
                <a:lnTo>
                  <a:pt x="4807433" y="335353"/>
                </a:lnTo>
                <a:lnTo>
                  <a:pt x="4803797" y="384909"/>
                </a:lnTo>
                <a:lnTo>
                  <a:pt x="4793234" y="432208"/>
                </a:lnTo>
                <a:lnTo>
                  <a:pt x="4776264" y="476730"/>
                </a:lnTo>
                <a:lnTo>
                  <a:pt x="4753406" y="517957"/>
                </a:lnTo>
                <a:lnTo>
                  <a:pt x="4725177" y="555370"/>
                </a:lnTo>
                <a:lnTo>
                  <a:pt x="4692096" y="588450"/>
                </a:lnTo>
                <a:lnTo>
                  <a:pt x="4654683" y="616679"/>
                </a:lnTo>
                <a:lnTo>
                  <a:pt x="4613456" y="639538"/>
                </a:lnTo>
                <a:lnTo>
                  <a:pt x="4568934" y="656508"/>
                </a:lnTo>
                <a:lnTo>
                  <a:pt x="4521636" y="667071"/>
                </a:lnTo>
                <a:lnTo>
                  <a:pt x="4472080" y="670707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0976365" y="7206523"/>
            <a:ext cx="399986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dirty="0">
                <a:solidFill>
                  <a:srgbClr val="FFFFFF"/>
                </a:solidFill>
                <a:latin typeface="Trebuchet MS"/>
                <a:cs typeface="Trebuchet MS"/>
              </a:rPr>
              <a:t>Supplier</a:t>
            </a:r>
            <a:r>
              <a:rPr sz="295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170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endParaRPr sz="2950">
              <a:latin typeface="Trebuchet MS"/>
              <a:cs typeface="Trebuchet MS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572673" y="8115247"/>
            <a:ext cx="4807585" cy="671195"/>
          </a:xfrm>
          <a:custGeom>
            <a:avLst/>
            <a:gdLst/>
            <a:ahLst/>
            <a:cxnLst/>
            <a:rect l="l" t="t" r="r" b="b"/>
            <a:pathLst>
              <a:path w="4807584" h="671195">
                <a:moveTo>
                  <a:pt x="4472080" y="670707"/>
                </a:moveTo>
                <a:lnTo>
                  <a:pt x="335353" y="670707"/>
                </a:lnTo>
                <a:lnTo>
                  <a:pt x="285797" y="667071"/>
                </a:lnTo>
                <a:lnTo>
                  <a:pt x="238498" y="656508"/>
                </a:lnTo>
                <a:lnTo>
                  <a:pt x="193976" y="639538"/>
                </a:lnTo>
                <a:lnTo>
                  <a:pt x="152750" y="616679"/>
                </a:lnTo>
                <a:lnTo>
                  <a:pt x="115336" y="588450"/>
                </a:lnTo>
                <a:lnTo>
                  <a:pt x="82256" y="555370"/>
                </a:lnTo>
                <a:lnTo>
                  <a:pt x="54027" y="517957"/>
                </a:lnTo>
                <a:lnTo>
                  <a:pt x="31168" y="476730"/>
                </a:lnTo>
                <a:lnTo>
                  <a:pt x="14198" y="432208"/>
                </a:lnTo>
                <a:lnTo>
                  <a:pt x="3636" y="384909"/>
                </a:lnTo>
                <a:lnTo>
                  <a:pt x="0" y="335353"/>
                </a:lnTo>
                <a:lnTo>
                  <a:pt x="3636" y="285797"/>
                </a:lnTo>
                <a:lnTo>
                  <a:pt x="14198" y="238498"/>
                </a:lnTo>
                <a:lnTo>
                  <a:pt x="31168" y="193976"/>
                </a:lnTo>
                <a:lnTo>
                  <a:pt x="54027" y="152750"/>
                </a:lnTo>
                <a:lnTo>
                  <a:pt x="82256" y="115336"/>
                </a:lnTo>
                <a:lnTo>
                  <a:pt x="115336" y="82256"/>
                </a:lnTo>
                <a:lnTo>
                  <a:pt x="152750" y="54027"/>
                </a:lnTo>
                <a:lnTo>
                  <a:pt x="193976" y="31168"/>
                </a:lnTo>
                <a:lnTo>
                  <a:pt x="238498" y="14198"/>
                </a:lnTo>
                <a:lnTo>
                  <a:pt x="285797" y="3636"/>
                </a:lnTo>
                <a:lnTo>
                  <a:pt x="335353" y="0"/>
                </a:lnTo>
                <a:lnTo>
                  <a:pt x="4472080" y="0"/>
                </a:lnTo>
                <a:lnTo>
                  <a:pt x="4521636" y="3636"/>
                </a:lnTo>
                <a:lnTo>
                  <a:pt x="4568934" y="14198"/>
                </a:lnTo>
                <a:lnTo>
                  <a:pt x="4613456" y="31168"/>
                </a:lnTo>
                <a:lnTo>
                  <a:pt x="4654683" y="54027"/>
                </a:lnTo>
                <a:lnTo>
                  <a:pt x="4692096" y="82256"/>
                </a:lnTo>
                <a:lnTo>
                  <a:pt x="4725177" y="115336"/>
                </a:lnTo>
                <a:lnTo>
                  <a:pt x="4753406" y="152750"/>
                </a:lnTo>
                <a:lnTo>
                  <a:pt x="4776264" y="193976"/>
                </a:lnTo>
                <a:lnTo>
                  <a:pt x="4793234" y="238498"/>
                </a:lnTo>
                <a:lnTo>
                  <a:pt x="4803797" y="285797"/>
                </a:lnTo>
                <a:lnTo>
                  <a:pt x="4807433" y="335353"/>
                </a:lnTo>
                <a:lnTo>
                  <a:pt x="4803797" y="384909"/>
                </a:lnTo>
                <a:lnTo>
                  <a:pt x="4793234" y="432208"/>
                </a:lnTo>
                <a:lnTo>
                  <a:pt x="4776264" y="476730"/>
                </a:lnTo>
                <a:lnTo>
                  <a:pt x="4753406" y="517957"/>
                </a:lnTo>
                <a:lnTo>
                  <a:pt x="4725177" y="555370"/>
                </a:lnTo>
                <a:lnTo>
                  <a:pt x="4692096" y="588450"/>
                </a:lnTo>
                <a:lnTo>
                  <a:pt x="4654683" y="616679"/>
                </a:lnTo>
                <a:lnTo>
                  <a:pt x="4613456" y="639538"/>
                </a:lnTo>
                <a:lnTo>
                  <a:pt x="4568934" y="656508"/>
                </a:lnTo>
                <a:lnTo>
                  <a:pt x="4521636" y="667071"/>
                </a:lnTo>
                <a:lnTo>
                  <a:pt x="4472080" y="670707"/>
                </a:lnTo>
                <a:close/>
              </a:path>
            </a:pathLst>
          </a:custGeom>
          <a:solidFill>
            <a:srgbClr val="385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1537150" y="8182030"/>
            <a:ext cx="287845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b="1" spc="180" dirty="0">
                <a:solidFill>
                  <a:srgbClr val="FFFFFF"/>
                </a:solidFill>
                <a:latin typeface="Trebuchet MS"/>
                <a:cs typeface="Trebuchet MS"/>
              </a:rPr>
              <a:t>Usage</a:t>
            </a:r>
            <a:r>
              <a:rPr sz="295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950" b="1" spc="45" dirty="0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2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718039"/>
              <a:ext cx="18287999" cy="75689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762446" y="0"/>
              <a:ext cx="3526154" cy="10287000"/>
            </a:xfrm>
            <a:custGeom>
              <a:avLst/>
              <a:gdLst/>
              <a:ahLst/>
              <a:cxnLst/>
              <a:rect l="l" t="t" r="r" b="b"/>
              <a:pathLst>
                <a:path w="3526155" h="10287000">
                  <a:moveTo>
                    <a:pt x="3525554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3525554" y="0"/>
                  </a:lnTo>
                  <a:lnTo>
                    <a:pt x="3525554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02023" y="0"/>
              <a:ext cx="1585976" cy="612728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023415" y="0"/>
              <a:ext cx="1264920" cy="4932045"/>
            </a:xfrm>
            <a:custGeom>
              <a:avLst/>
              <a:gdLst/>
              <a:ahLst/>
              <a:cxnLst/>
              <a:rect l="l" t="t" r="r" b="b"/>
              <a:pathLst>
                <a:path w="1264919" h="4932045">
                  <a:moveTo>
                    <a:pt x="1264585" y="4931850"/>
                  </a:moveTo>
                  <a:lnTo>
                    <a:pt x="0" y="0"/>
                  </a:lnTo>
                  <a:lnTo>
                    <a:pt x="1264585" y="0"/>
                  </a:lnTo>
                  <a:lnTo>
                    <a:pt x="1264585" y="4931850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50930" y="0"/>
              <a:ext cx="1816856" cy="377872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76656" y="3252803"/>
              <a:ext cx="2646045" cy="4438015"/>
            </a:xfrm>
            <a:custGeom>
              <a:avLst/>
              <a:gdLst/>
              <a:ahLst/>
              <a:cxnLst/>
              <a:rect l="l" t="t" r="r" b="b"/>
              <a:pathLst>
                <a:path w="2646045" h="4438015">
                  <a:moveTo>
                    <a:pt x="1946470" y="4437505"/>
                  </a:moveTo>
                  <a:lnTo>
                    <a:pt x="973235" y="3541579"/>
                  </a:lnTo>
                  <a:lnTo>
                    <a:pt x="989280" y="3523829"/>
                  </a:lnTo>
                  <a:lnTo>
                    <a:pt x="1004996" y="3505799"/>
                  </a:lnTo>
                  <a:lnTo>
                    <a:pt x="1035443" y="3468894"/>
                  </a:lnTo>
                  <a:lnTo>
                    <a:pt x="1064536" y="3430912"/>
                  </a:lnTo>
                  <a:lnTo>
                    <a:pt x="1092236" y="3391903"/>
                  </a:lnTo>
                  <a:lnTo>
                    <a:pt x="1118508" y="3351917"/>
                  </a:lnTo>
                  <a:lnTo>
                    <a:pt x="1143316" y="3311008"/>
                  </a:lnTo>
                  <a:lnTo>
                    <a:pt x="1166629" y="3269229"/>
                  </a:lnTo>
                  <a:lnTo>
                    <a:pt x="1188415" y="3226633"/>
                  </a:lnTo>
                  <a:lnTo>
                    <a:pt x="1208647" y="3183278"/>
                  </a:lnTo>
                  <a:lnTo>
                    <a:pt x="1227298" y="3139220"/>
                  </a:lnTo>
                  <a:lnTo>
                    <a:pt x="1244344" y="3094516"/>
                  </a:lnTo>
                  <a:lnTo>
                    <a:pt x="1259761" y="3049224"/>
                  </a:lnTo>
                  <a:lnTo>
                    <a:pt x="1273531" y="3003405"/>
                  </a:lnTo>
                  <a:lnTo>
                    <a:pt x="1285635" y="2957118"/>
                  </a:lnTo>
                  <a:lnTo>
                    <a:pt x="1296058" y="2910424"/>
                  </a:lnTo>
                  <a:lnTo>
                    <a:pt x="1304784" y="2863383"/>
                  </a:lnTo>
                  <a:lnTo>
                    <a:pt x="1311805" y="2816057"/>
                  </a:lnTo>
                  <a:lnTo>
                    <a:pt x="1317109" y="2768508"/>
                  </a:lnTo>
                  <a:lnTo>
                    <a:pt x="1320690" y="2720799"/>
                  </a:lnTo>
                  <a:lnTo>
                    <a:pt x="1322544" y="2672991"/>
                  </a:lnTo>
                  <a:lnTo>
                    <a:pt x="1322822" y="2649066"/>
                  </a:lnTo>
                  <a:lnTo>
                    <a:pt x="1322667" y="2625148"/>
                  </a:lnTo>
                  <a:lnTo>
                    <a:pt x="1321061" y="2577331"/>
                  </a:lnTo>
                  <a:lnTo>
                    <a:pt x="1317726" y="2529604"/>
                  </a:lnTo>
                  <a:lnTo>
                    <a:pt x="1312668" y="2482029"/>
                  </a:lnTo>
                  <a:lnTo>
                    <a:pt x="1305892" y="2434667"/>
                  </a:lnTo>
                  <a:lnTo>
                    <a:pt x="1297408" y="2387582"/>
                  </a:lnTo>
                  <a:lnTo>
                    <a:pt x="1287228" y="2340834"/>
                  </a:lnTo>
                  <a:lnTo>
                    <a:pt x="1275363" y="2294485"/>
                  </a:lnTo>
                  <a:lnTo>
                    <a:pt x="1261830" y="2248595"/>
                  </a:lnTo>
                  <a:lnTo>
                    <a:pt x="1246646" y="2203225"/>
                  </a:lnTo>
                  <a:lnTo>
                    <a:pt x="1229832" y="2158433"/>
                  </a:lnTo>
                  <a:lnTo>
                    <a:pt x="1211409" y="2114279"/>
                  </a:lnTo>
                  <a:lnTo>
                    <a:pt x="1191401" y="2070820"/>
                  </a:lnTo>
                  <a:lnTo>
                    <a:pt x="1169835" y="2028113"/>
                  </a:lnTo>
                  <a:lnTo>
                    <a:pt x="1146739" y="1986213"/>
                  </a:lnTo>
                  <a:lnTo>
                    <a:pt x="1122142" y="1945177"/>
                  </a:lnTo>
                  <a:lnTo>
                    <a:pt x="1096078" y="1905056"/>
                  </a:lnTo>
                  <a:lnTo>
                    <a:pt x="1068579" y="1865904"/>
                  </a:lnTo>
                  <a:lnTo>
                    <a:pt x="1039684" y="1827772"/>
                  </a:lnTo>
                  <a:lnTo>
                    <a:pt x="1009427" y="1790711"/>
                  </a:lnTo>
                  <a:lnTo>
                    <a:pt x="977851" y="1754767"/>
                  </a:lnTo>
                  <a:lnTo>
                    <a:pt x="944996" y="1719989"/>
                  </a:lnTo>
                  <a:lnTo>
                    <a:pt x="910904" y="1686422"/>
                  </a:lnTo>
                  <a:lnTo>
                    <a:pt x="875620" y="1654109"/>
                  </a:lnTo>
                  <a:lnTo>
                    <a:pt x="839192" y="1623094"/>
                  </a:lnTo>
                  <a:lnTo>
                    <a:pt x="801665" y="1593416"/>
                  </a:lnTo>
                  <a:lnTo>
                    <a:pt x="763091" y="1565114"/>
                  </a:lnTo>
                  <a:lnTo>
                    <a:pt x="723517" y="1538227"/>
                  </a:lnTo>
                  <a:lnTo>
                    <a:pt x="682998" y="1512787"/>
                  </a:lnTo>
                  <a:lnTo>
                    <a:pt x="641584" y="1488830"/>
                  </a:lnTo>
                  <a:lnTo>
                    <a:pt x="599332" y="1466385"/>
                  </a:lnTo>
                  <a:lnTo>
                    <a:pt x="556295" y="1445484"/>
                  </a:lnTo>
                  <a:lnTo>
                    <a:pt x="512532" y="1426152"/>
                  </a:lnTo>
                  <a:lnTo>
                    <a:pt x="468097" y="1408416"/>
                  </a:lnTo>
                  <a:lnTo>
                    <a:pt x="423050" y="1392298"/>
                  </a:lnTo>
                  <a:lnTo>
                    <a:pt x="377450" y="1377819"/>
                  </a:lnTo>
                  <a:lnTo>
                    <a:pt x="331356" y="1364999"/>
                  </a:lnTo>
                  <a:lnTo>
                    <a:pt x="284829" y="1353854"/>
                  </a:lnTo>
                  <a:lnTo>
                    <a:pt x="237929" y="1344399"/>
                  </a:lnTo>
                  <a:lnTo>
                    <a:pt x="190717" y="1336647"/>
                  </a:lnTo>
                  <a:lnTo>
                    <a:pt x="143257" y="1330606"/>
                  </a:lnTo>
                  <a:lnTo>
                    <a:pt x="95608" y="1326286"/>
                  </a:lnTo>
                  <a:lnTo>
                    <a:pt x="47835" y="1323691"/>
                  </a:lnTo>
                  <a:lnTo>
                    <a:pt x="0" y="1322826"/>
                  </a:lnTo>
                  <a:lnTo>
                    <a:pt x="0" y="0"/>
                  </a:lnTo>
                  <a:lnTo>
                    <a:pt x="47851" y="432"/>
                  </a:lnTo>
                  <a:lnTo>
                    <a:pt x="95671" y="1729"/>
                  </a:lnTo>
                  <a:lnTo>
                    <a:pt x="143460" y="3892"/>
                  </a:lnTo>
                  <a:lnTo>
                    <a:pt x="191217" y="6919"/>
                  </a:lnTo>
                  <a:lnTo>
                    <a:pt x="238912" y="10809"/>
                  </a:lnTo>
                  <a:lnTo>
                    <a:pt x="286514" y="15559"/>
                  </a:lnTo>
                  <a:lnTo>
                    <a:pt x="334021" y="21169"/>
                  </a:lnTo>
                  <a:lnTo>
                    <a:pt x="381435" y="27640"/>
                  </a:lnTo>
                  <a:lnTo>
                    <a:pt x="428724" y="34967"/>
                  </a:lnTo>
                  <a:lnTo>
                    <a:pt x="475858" y="43146"/>
                  </a:lnTo>
                  <a:lnTo>
                    <a:pt x="522835" y="52175"/>
                  </a:lnTo>
                  <a:lnTo>
                    <a:pt x="569658" y="62056"/>
                  </a:lnTo>
                  <a:lnTo>
                    <a:pt x="616293" y="72782"/>
                  </a:lnTo>
                  <a:lnTo>
                    <a:pt x="662712" y="84345"/>
                  </a:lnTo>
                  <a:lnTo>
                    <a:pt x="708915" y="96747"/>
                  </a:lnTo>
                  <a:lnTo>
                    <a:pt x="754900" y="109986"/>
                  </a:lnTo>
                  <a:lnTo>
                    <a:pt x="800639" y="124054"/>
                  </a:lnTo>
                  <a:lnTo>
                    <a:pt x="846101" y="138942"/>
                  </a:lnTo>
                  <a:lnTo>
                    <a:pt x="891286" y="154651"/>
                  </a:lnTo>
                  <a:lnTo>
                    <a:pt x="936194" y="171179"/>
                  </a:lnTo>
                  <a:lnTo>
                    <a:pt x="980797" y="188516"/>
                  </a:lnTo>
                  <a:lnTo>
                    <a:pt x="1025064" y="206651"/>
                  </a:lnTo>
                  <a:lnTo>
                    <a:pt x="1068995" y="225584"/>
                  </a:lnTo>
                  <a:lnTo>
                    <a:pt x="1112591" y="245315"/>
                  </a:lnTo>
                  <a:lnTo>
                    <a:pt x="1155824" y="265831"/>
                  </a:lnTo>
                  <a:lnTo>
                    <a:pt x="1198664" y="287118"/>
                  </a:lnTo>
                  <a:lnTo>
                    <a:pt x="1241113" y="309176"/>
                  </a:lnTo>
                  <a:lnTo>
                    <a:pt x="1283169" y="332007"/>
                  </a:lnTo>
                  <a:lnTo>
                    <a:pt x="1324806" y="355593"/>
                  </a:lnTo>
                  <a:lnTo>
                    <a:pt x="1365996" y="379921"/>
                  </a:lnTo>
                  <a:lnTo>
                    <a:pt x="1406739" y="404990"/>
                  </a:lnTo>
                  <a:lnTo>
                    <a:pt x="1447035" y="430800"/>
                  </a:lnTo>
                  <a:lnTo>
                    <a:pt x="1486858" y="457335"/>
                  </a:lnTo>
                  <a:lnTo>
                    <a:pt x="1526182" y="484576"/>
                  </a:lnTo>
                  <a:lnTo>
                    <a:pt x="1565006" y="512524"/>
                  </a:lnTo>
                  <a:lnTo>
                    <a:pt x="1603331" y="541180"/>
                  </a:lnTo>
                  <a:lnTo>
                    <a:pt x="1641133" y="570523"/>
                  </a:lnTo>
                  <a:lnTo>
                    <a:pt x="1678385" y="600535"/>
                  </a:lnTo>
                  <a:lnTo>
                    <a:pt x="1715088" y="631216"/>
                  </a:lnTo>
                  <a:lnTo>
                    <a:pt x="1751242" y="662566"/>
                  </a:lnTo>
                  <a:lnTo>
                    <a:pt x="1786823" y="694565"/>
                  </a:lnTo>
                  <a:lnTo>
                    <a:pt x="1821808" y="727191"/>
                  </a:lnTo>
                  <a:lnTo>
                    <a:pt x="1856198" y="760445"/>
                  </a:lnTo>
                  <a:lnTo>
                    <a:pt x="1889992" y="794326"/>
                  </a:lnTo>
                  <a:lnTo>
                    <a:pt x="1923167" y="828812"/>
                  </a:lnTo>
                  <a:lnTo>
                    <a:pt x="1955703" y="863882"/>
                  </a:lnTo>
                  <a:lnTo>
                    <a:pt x="1987599" y="899534"/>
                  </a:lnTo>
                  <a:lnTo>
                    <a:pt x="2018855" y="935769"/>
                  </a:lnTo>
                  <a:lnTo>
                    <a:pt x="2049452" y="972563"/>
                  </a:lnTo>
                  <a:lnTo>
                    <a:pt x="2079368" y="1009893"/>
                  </a:lnTo>
                  <a:lnTo>
                    <a:pt x="2108604" y="1047757"/>
                  </a:lnTo>
                  <a:lnTo>
                    <a:pt x="2137159" y="1086156"/>
                  </a:lnTo>
                  <a:lnTo>
                    <a:pt x="2165016" y="1125066"/>
                  </a:lnTo>
                  <a:lnTo>
                    <a:pt x="2192156" y="1164459"/>
                  </a:lnTo>
                  <a:lnTo>
                    <a:pt x="2218579" y="1204338"/>
                  </a:lnTo>
                  <a:lnTo>
                    <a:pt x="2244284" y="1244701"/>
                  </a:lnTo>
                  <a:lnTo>
                    <a:pt x="2269256" y="1285522"/>
                  </a:lnTo>
                  <a:lnTo>
                    <a:pt x="2293478" y="1326774"/>
                  </a:lnTo>
                  <a:lnTo>
                    <a:pt x="2316949" y="1368458"/>
                  </a:lnTo>
                  <a:lnTo>
                    <a:pt x="2339670" y="1410573"/>
                  </a:lnTo>
                  <a:lnTo>
                    <a:pt x="2361626" y="1453092"/>
                  </a:lnTo>
                  <a:lnTo>
                    <a:pt x="2382803" y="1495987"/>
                  </a:lnTo>
                  <a:lnTo>
                    <a:pt x="2403200" y="1539259"/>
                  </a:lnTo>
                  <a:lnTo>
                    <a:pt x="2422818" y="1582906"/>
                  </a:lnTo>
                  <a:lnTo>
                    <a:pt x="2441644" y="1626901"/>
                  </a:lnTo>
                  <a:lnTo>
                    <a:pt x="2459665" y="1671214"/>
                  </a:lnTo>
                  <a:lnTo>
                    <a:pt x="2476881" y="1715846"/>
                  </a:lnTo>
                  <a:lnTo>
                    <a:pt x="2493293" y="1760797"/>
                  </a:lnTo>
                  <a:lnTo>
                    <a:pt x="2508889" y="1806038"/>
                  </a:lnTo>
                  <a:lnTo>
                    <a:pt x="2523661" y="1851538"/>
                  </a:lnTo>
                  <a:lnTo>
                    <a:pt x="2537606" y="1897298"/>
                  </a:lnTo>
                  <a:lnTo>
                    <a:pt x="2550726" y="1943318"/>
                  </a:lnTo>
                  <a:lnTo>
                    <a:pt x="2563012" y="1989567"/>
                  </a:lnTo>
                  <a:lnTo>
                    <a:pt x="2574456" y="2036016"/>
                  </a:lnTo>
                  <a:lnTo>
                    <a:pt x="2585058" y="2082664"/>
                  </a:lnTo>
                  <a:lnTo>
                    <a:pt x="2594817" y="2129511"/>
                  </a:lnTo>
                  <a:lnTo>
                    <a:pt x="2603728" y="2176528"/>
                  </a:lnTo>
                  <a:lnTo>
                    <a:pt x="2611785" y="2223682"/>
                  </a:lnTo>
                  <a:lnTo>
                    <a:pt x="2618987" y="2270974"/>
                  </a:lnTo>
                  <a:lnTo>
                    <a:pt x="2625335" y="2318405"/>
                  </a:lnTo>
                  <a:lnTo>
                    <a:pt x="2630825" y="2365942"/>
                  </a:lnTo>
                  <a:lnTo>
                    <a:pt x="2635453" y="2413556"/>
                  </a:lnTo>
                  <a:lnTo>
                    <a:pt x="2639218" y="2461245"/>
                  </a:lnTo>
                  <a:lnTo>
                    <a:pt x="2642122" y="2509010"/>
                  </a:lnTo>
                  <a:lnTo>
                    <a:pt x="2644161" y="2556820"/>
                  </a:lnTo>
                  <a:lnTo>
                    <a:pt x="2645335" y="2604643"/>
                  </a:lnTo>
                  <a:lnTo>
                    <a:pt x="2645644" y="2652480"/>
                  </a:lnTo>
                  <a:lnTo>
                    <a:pt x="2645087" y="2700330"/>
                  </a:lnTo>
                  <a:lnTo>
                    <a:pt x="2643666" y="2748162"/>
                  </a:lnTo>
                  <a:lnTo>
                    <a:pt x="2641381" y="2795945"/>
                  </a:lnTo>
                  <a:lnTo>
                    <a:pt x="2638231" y="2843679"/>
                  </a:lnTo>
                  <a:lnTo>
                    <a:pt x="2634217" y="2891364"/>
                  </a:lnTo>
                  <a:lnTo>
                    <a:pt x="2629343" y="2938969"/>
                  </a:lnTo>
                  <a:lnTo>
                    <a:pt x="2623610" y="2986461"/>
                  </a:lnTo>
                  <a:lnTo>
                    <a:pt x="2617019" y="3033843"/>
                  </a:lnTo>
                  <a:lnTo>
                    <a:pt x="2609569" y="3081113"/>
                  </a:lnTo>
                  <a:lnTo>
                    <a:pt x="2601266" y="3128240"/>
                  </a:lnTo>
                  <a:lnTo>
                    <a:pt x="2592116" y="3175195"/>
                  </a:lnTo>
                  <a:lnTo>
                    <a:pt x="2582117" y="3221976"/>
                  </a:lnTo>
                  <a:lnTo>
                    <a:pt x="2571271" y="3268584"/>
                  </a:lnTo>
                  <a:lnTo>
                    <a:pt x="2559584" y="3314988"/>
                  </a:lnTo>
                  <a:lnTo>
                    <a:pt x="2547063" y="3361158"/>
                  </a:lnTo>
                  <a:lnTo>
                    <a:pt x="2533710" y="3407094"/>
                  </a:lnTo>
                  <a:lnTo>
                    <a:pt x="2519523" y="3452796"/>
                  </a:lnTo>
                  <a:lnTo>
                    <a:pt x="2504512" y="3498235"/>
                  </a:lnTo>
                  <a:lnTo>
                    <a:pt x="2488688" y="3543379"/>
                  </a:lnTo>
                  <a:lnTo>
                    <a:pt x="2472049" y="3588230"/>
                  </a:lnTo>
                  <a:lnTo>
                    <a:pt x="2454596" y="3632787"/>
                  </a:lnTo>
                  <a:lnTo>
                    <a:pt x="2436341" y="3677022"/>
                  </a:lnTo>
                  <a:lnTo>
                    <a:pt x="2417295" y="3720904"/>
                  </a:lnTo>
                  <a:lnTo>
                    <a:pt x="2397458" y="3764435"/>
                  </a:lnTo>
                  <a:lnTo>
                    <a:pt x="2376830" y="3807614"/>
                  </a:lnTo>
                  <a:lnTo>
                    <a:pt x="2355426" y="3850414"/>
                  </a:lnTo>
                  <a:lnTo>
                    <a:pt x="2333258" y="3892805"/>
                  </a:lnTo>
                  <a:lnTo>
                    <a:pt x="2310326" y="3934789"/>
                  </a:lnTo>
                  <a:lnTo>
                    <a:pt x="2286632" y="3976364"/>
                  </a:lnTo>
                  <a:lnTo>
                    <a:pt x="2262190" y="4017504"/>
                  </a:lnTo>
                  <a:lnTo>
                    <a:pt x="2237016" y="4058183"/>
                  </a:lnTo>
                  <a:lnTo>
                    <a:pt x="2211110" y="4098399"/>
                  </a:lnTo>
                  <a:lnTo>
                    <a:pt x="2184473" y="4138153"/>
                  </a:lnTo>
                  <a:lnTo>
                    <a:pt x="2157121" y="4177419"/>
                  </a:lnTo>
                  <a:lnTo>
                    <a:pt x="2129073" y="4216171"/>
                  </a:lnTo>
                  <a:lnTo>
                    <a:pt x="2100328" y="4254410"/>
                  </a:lnTo>
                  <a:lnTo>
                    <a:pt x="2070887" y="4292135"/>
                  </a:lnTo>
                  <a:lnTo>
                    <a:pt x="2040769" y="4329321"/>
                  </a:lnTo>
                  <a:lnTo>
                    <a:pt x="2009993" y="4365945"/>
                  </a:lnTo>
                  <a:lnTo>
                    <a:pt x="1978560" y="4402006"/>
                  </a:lnTo>
                  <a:lnTo>
                    <a:pt x="1946470" y="4437505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7465" y="6794382"/>
              <a:ext cx="3206115" cy="1750060"/>
            </a:xfrm>
            <a:custGeom>
              <a:avLst/>
              <a:gdLst/>
              <a:ahLst/>
              <a:cxnLst/>
              <a:rect l="l" t="t" r="r" b="b"/>
              <a:pathLst>
                <a:path w="3206115" h="1750059">
                  <a:moveTo>
                    <a:pt x="1259191" y="1749727"/>
                  </a:moveTo>
                  <a:lnTo>
                    <a:pt x="1204514" y="1749162"/>
                  </a:lnTo>
                  <a:lnTo>
                    <a:pt x="1149860" y="1747467"/>
                  </a:lnTo>
                  <a:lnTo>
                    <a:pt x="1095252" y="1744643"/>
                  </a:lnTo>
                  <a:lnTo>
                    <a:pt x="1040715" y="1740691"/>
                  </a:lnTo>
                  <a:lnTo>
                    <a:pt x="986271" y="1735613"/>
                  </a:lnTo>
                  <a:lnTo>
                    <a:pt x="931943" y="1729410"/>
                  </a:lnTo>
                  <a:lnTo>
                    <a:pt x="877756" y="1722086"/>
                  </a:lnTo>
                  <a:lnTo>
                    <a:pt x="823731" y="1713643"/>
                  </a:lnTo>
                  <a:lnTo>
                    <a:pt x="769892" y="1704087"/>
                  </a:lnTo>
                  <a:lnTo>
                    <a:pt x="716262" y="1693419"/>
                  </a:lnTo>
                  <a:lnTo>
                    <a:pt x="662865" y="1681646"/>
                  </a:lnTo>
                  <a:lnTo>
                    <a:pt x="609722" y="1668771"/>
                  </a:lnTo>
                  <a:lnTo>
                    <a:pt x="556856" y="1654801"/>
                  </a:lnTo>
                  <a:lnTo>
                    <a:pt x="504290" y="1639741"/>
                  </a:lnTo>
                  <a:lnTo>
                    <a:pt x="452047" y="1623598"/>
                  </a:lnTo>
                  <a:lnTo>
                    <a:pt x="400149" y="1606378"/>
                  </a:lnTo>
                  <a:lnTo>
                    <a:pt x="348617" y="1588090"/>
                  </a:lnTo>
                  <a:lnTo>
                    <a:pt x="297475" y="1568741"/>
                  </a:lnTo>
                  <a:lnTo>
                    <a:pt x="246743" y="1548339"/>
                  </a:lnTo>
                  <a:lnTo>
                    <a:pt x="196444" y="1526892"/>
                  </a:lnTo>
                  <a:lnTo>
                    <a:pt x="146599" y="1504411"/>
                  </a:lnTo>
                  <a:lnTo>
                    <a:pt x="97229" y="1480905"/>
                  </a:lnTo>
                  <a:lnTo>
                    <a:pt x="48356" y="1456383"/>
                  </a:lnTo>
                  <a:lnTo>
                    <a:pt x="0" y="1430856"/>
                  </a:lnTo>
                  <a:lnTo>
                    <a:pt x="629595" y="267465"/>
                  </a:lnTo>
                  <a:lnTo>
                    <a:pt x="653779" y="280231"/>
                  </a:lnTo>
                  <a:lnTo>
                    <a:pt x="678210" y="292489"/>
                  </a:lnTo>
                  <a:lnTo>
                    <a:pt x="727818" y="315483"/>
                  </a:lnTo>
                  <a:lnTo>
                    <a:pt x="778333" y="336407"/>
                  </a:lnTo>
                  <a:lnTo>
                    <a:pt x="829670" y="355226"/>
                  </a:lnTo>
                  <a:lnTo>
                    <a:pt x="881741" y="371907"/>
                  </a:lnTo>
                  <a:lnTo>
                    <a:pt x="934456" y="386422"/>
                  </a:lnTo>
                  <a:lnTo>
                    <a:pt x="987727" y="398747"/>
                  </a:lnTo>
                  <a:lnTo>
                    <a:pt x="1041461" y="408858"/>
                  </a:lnTo>
                  <a:lnTo>
                    <a:pt x="1095567" y="416742"/>
                  </a:lnTo>
                  <a:lnTo>
                    <a:pt x="1149953" y="422382"/>
                  </a:lnTo>
                  <a:lnTo>
                    <a:pt x="1204525" y="425770"/>
                  </a:lnTo>
                  <a:lnTo>
                    <a:pt x="1259191" y="426900"/>
                  </a:lnTo>
                  <a:lnTo>
                    <a:pt x="1286536" y="426618"/>
                  </a:lnTo>
                  <a:lnTo>
                    <a:pt x="1341155" y="424359"/>
                  </a:lnTo>
                  <a:lnTo>
                    <a:pt x="1395657" y="419842"/>
                  </a:lnTo>
                  <a:lnTo>
                    <a:pt x="1449903" y="413081"/>
                  </a:lnTo>
                  <a:lnTo>
                    <a:pt x="1503846" y="404079"/>
                  </a:lnTo>
                  <a:lnTo>
                    <a:pt x="1557349" y="392861"/>
                  </a:lnTo>
                  <a:lnTo>
                    <a:pt x="1610364" y="379436"/>
                  </a:lnTo>
                  <a:lnTo>
                    <a:pt x="1662758" y="363837"/>
                  </a:lnTo>
                  <a:lnTo>
                    <a:pt x="1714484" y="346080"/>
                  </a:lnTo>
                  <a:lnTo>
                    <a:pt x="1765410" y="326209"/>
                  </a:lnTo>
                  <a:lnTo>
                    <a:pt x="1815493" y="304240"/>
                  </a:lnTo>
                  <a:lnTo>
                    <a:pt x="1864604" y="280231"/>
                  </a:lnTo>
                  <a:lnTo>
                    <a:pt x="1912701" y="254202"/>
                  </a:lnTo>
                  <a:lnTo>
                    <a:pt x="1959662" y="226219"/>
                  </a:lnTo>
                  <a:lnTo>
                    <a:pt x="2005446" y="196307"/>
                  </a:lnTo>
                  <a:lnTo>
                    <a:pt x="2049936" y="164542"/>
                  </a:lnTo>
                  <a:lnTo>
                    <a:pt x="2093093" y="130951"/>
                  </a:lnTo>
                  <a:lnTo>
                    <a:pt x="2134808" y="95621"/>
                  </a:lnTo>
                  <a:lnTo>
                    <a:pt x="2175044" y="58581"/>
                  </a:lnTo>
                  <a:lnTo>
                    <a:pt x="2213699" y="19926"/>
                  </a:lnTo>
                  <a:lnTo>
                    <a:pt x="2232426" y="0"/>
                  </a:lnTo>
                  <a:lnTo>
                    <a:pt x="3205661" y="895926"/>
                  </a:lnTo>
                  <a:lnTo>
                    <a:pt x="3168214" y="935771"/>
                  </a:lnTo>
                  <a:lnTo>
                    <a:pt x="3129951" y="974833"/>
                  </a:lnTo>
                  <a:lnTo>
                    <a:pt x="3090888" y="1013096"/>
                  </a:lnTo>
                  <a:lnTo>
                    <a:pt x="3051043" y="1050544"/>
                  </a:lnTo>
                  <a:lnTo>
                    <a:pt x="3010433" y="1087160"/>
                  </a:lnTo>
                  <a:lnTo>
                    <a:pt x="2969075" y="1122929"/>
                  </a:lnTo>
                  <a:lnTo>
                    <a:pt x="2926986" y="1157836"/>
                  </a:lnTo>
                  <a:lnTo>
                    <a:pt x="2884185" y="1191866"/>
                  </a:lnTo>
                  <a:lnTo>
                    <a:pt x="2840690" y="1225004"/>
                  </a:lnTo>
                  <a:lnTo>
                    <a:pt x="2796519" y="1257235"/>
                  </a:lnTo>
                  <a:lnTo>
                    <a:pt x="2751692" y="1288547"/>
                  </a:lnTo>
                  <a:lnTo>
                    <a:pt x="2706226" y="1318926"/>
                  </a:lnTo>
                  <a:lnTo>
                    <a:pt x="2660143" y="1348359"/>
                  </a:lnTo>
                  <a:lnTo>
                    <a:pt x="2613461" y="1376832"/>
                  </a:lnTo>
                  <a:lnTo>
                    <a:pt x="2566201" y="1404336"/>
                  </a:lnTo>
                  <a:lnTo>
                    <a:pt x="2518383" y="1430856"/>
                  </a:lnTo>
                  <a:lnTo>
                    <a:pt x="2470026" y="1456383"/>
                  </a:lnTo>
                  <a:lnTo>
                    <a:pt x="2421153" y="1480904"/>
                  </a:lnTo>
                  <a:lnTo>
                    <a:pt x="2371783" y="1504411"/>
                  </a:lnTo>
                  <a:lnTo>
                    <a:pt x="2321938" y="1526892"/>
                  </a:lnTo>
                  <a:lnTo>
                    <a:pt x="2271639" y="1548339"/>
                  </a:lnTo>
                  <a:lnTo>
                    <a:pt x="2220907" y="1568741"/>
                  </a:lnTo>
                  <a:lnTo>
                    <a:pt x="2169765" y="1588090"/>
                  </a:lnTo>
                  <a:lnTo>
                    <a:pt x="2118233" y="1606378"/>
                  </a:lnTo>
                  <a:lnTo>
                    <a:pt x="2066335" y="1623597"/>
                  </a:lnTo>
                  <a:lnTo>
                    <a:pt x="2014092" y="1639740"/>
                  </a:lnTo>
                  <a:lnTo>
                    <a:pt x="1961526" y="1654800"/>
                  </a:lnTo>
                  <a:lnTo>
                    <a:pt x="1908661" y="1668770"/>
                  </a:lnTo>
                  <a:lnTo>
                    <a:pt x="1855518" y="1681645"/>
                  </a:lnTo>
                  <a:lnTo>
                    <a:pt x="1802120" y="1693419"/>
                  </a:lnTo>
                  <a:lnTo>
                    <a:pt x="1748490" y="1704087"/>
                  </a:lnTo>
                  <a:lnTo>
                    <a:pt x="1694651" y="1713643"/>
                  </a:lnTo>
                  <a:lnTo>
                    <a:pt x="1640627" y="1722086"/>
                  </a:lnTo>
                  <a:lnTo>
                    <a:pt x="1586439" y="1729410"/>
                  </a:lnTo>
                  <a:lnTo>
                    <a:pt x="1532111" y="1735613"/>
                  </a:lnTo>
                  <a:lnTo>
                    <a:pt x="1477667" y="1740691"/>
                  </a:lnTo>
                  <a:lnTo>
                    <a:pt x="1423130" y="1744643"/>
                  </a:lnTo>
                  <a:lnTo>
                    <a:pt x="1368523" y="1747467"/>
                  </a:lnTo>
                  <a:lnTo>
                    <a:pt x="1313869" y="1749162"/>
                  </a:lnTo>
                  <a:lnTo>
                    <a:pt x="1286533" y="1749585"/>
                  </a:lnTo>
                  <a:lnTo>
                    <a:pt x="1259191" y="1749727"/>
                  </a:lnTo>
                  <a:close/>
                </a:path>
              </a:pathLst>
            </a:custGeom>
            <a:solidFill>
              <a:srgbClr val="0E81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53838" y="6429830"/>
              <a:ext cx="1793239" cy="1795780"/>
            </a:xfrm>
            <a:custGeom>
              <a:avLst/>
              <a:gdLst/>
              <a:ahLst/>
              <a:cxnLst/>
              <a:rect l="l" t="t" r="r" b="b"/>
              <a:pathLst>
                <a:path w="1793239" h="1795779">
                  <a:moveTo>
                    <a:pt x="1163626" y="1795408"/>
                  </a:moveTo>
                  <a:lnTo>
                    <a:pt x="1115797" y="1768883"/>
                  </a:lnTo>
                  <a:lnTo>
                    <a:pt x="1068547" y="1741386"/>
                  </a:lnTo>
                  <a:lnTo>
                    <a:pt x="1021875" y="1712918"/>
                  </a:lnTo>
                  <a:lnTo>
                    <a:pt x="975783" y="1683478"/>
                  </a:lnTo>
                  <a:lnTo>
                    <a:pt x="930308" y="1653094"/>
                  </a:lnTo>
                  <a:lnTo>
                    <a:pt x="885490" y="1621789"/>
                  </a:lnTo>
                  <a:lnTo>
                    <a:pt x="841328" y="1589563"/>
                  </a:lnTo>
                  <a:lnTo>
                    <a:pt x="797824" y="1556418"/>
                  </a:lnTo>
                  <a:lnTo>
                    <a:pt x="755013" y="1522382"/>
                  </a:lnTo>
                  <a:lnTo>
                    <a:pt x="712934" y="1487483"/>
                  </a:lnTo>
                  <a:lnTo>
                    <a:pt x="671584" y="1451721"/>
                  </a:lnTo>
                  <a:lnTo>
                    <a:pt x="630966" y="1415096"/>
                  </a:lnTo>
                  <a:lnTo>
                    <a:pt x="591112" y="1377641"/>
                  </a:lnTo>
                  <a:lnTo>
                    <a:pt x="552058" y="1339386"/>
                  </a:lnTo>
                  <a:lnTo>
                    <a:pt x="513803" y="1300332"/>
                  </a:lnTo>
                  <a:lnTo>
                    <a:pt x="476348" y="1260478"/>
                  </a:lnTo>
                  <a:lnTo>
                    <a:pt x="439723" y="1219860"/>
                  </a:lnTo>
                  <a:lnTo>
                    <a:pt x="403961" y="1178510"/>
                  </a:lnTo>
                  <a:lnTo>
                    <a:pt x="369062" y="1136431"/>
                  </a:lnTo>
                  <a:lnTo>
                    <a:pt x="335026" y="1093620"/>
                  </a:lnTo>
                  <a:lnTo>
                    <a:pt x="301881" y="1050116"/>
                  </a:lnTo>
                  <a:lnTo>
                    <a:pt x="269656" y="1005954"/>
                  </a:lnTo>
                  <a:lnTo>
                    <a:pt x="238351" y="961136"/>
                  </a:lnTo>
                  <a:lnTo>
                    <a:pt x="207966" y="915661"/>
                  </a:lnTo>
                  <a:lnTo>
                    <a:pt x="178526" y="869568"/>
                  </a:lnTo>
                  <a:lnTo>
                    <a:pt x="150058" y="822897"/>
                  </a:lnTo>
                  <a:lnTo>
                    <a:pt x="122561" y="775647"/>
                  </a:lnTo>
                  <a:lnTo>
                    <a:pt x="96035" y="727818"/>
                  </a:lnTo>
                  <a:lnTo>
                    <a:pt x="70503" y="679451"/>
                  </a:lnTo>
                  <a:lnTo>
                    <a:pt x="45986" y="630588"/>
                  </a:lnTo>
                  <a:lnTo>
                    <a:pt x="22485" y="581229"/>
                  </a:lnTo>
                  <a:lnTo>
                    <a:pt x="0" y="531373"/>
                  </a:lnTo>
                  <a:lnTo>
                    <a:pt x="1211409" y="0"/>
                  </a:lnTo>
                  <a:lnTo>
                    <a:pt x="1234419" y="49651"/>
                  </a:lnTo>
                  <a:lnTo>
                    <a:pt x="1259420" y="98226"/>
                  </a:lnTo>
                  <a:lnTo>
                    <a:pt x="1286411" y="145723"/>
                  </a:lnTo>
                  <a:lnTo>
                    <a:pt x="1315392" y="192144"/>
                  </a:lnTo>
                  <a:lnTo>
                    <a:pt x="1346261" y="237331"/>
                  </a:lnTo>
                  <a:lnTo>
                    <a:pt x="1378916" y="281128"/>
                  </a:lnTo>
                  <a:lnTo>
                    <a:pt x="1413356" y="323535"/>
                  </a:lnTo>
                  <a:lnTo>
                    <a:pt x="1449583" y="364552"/>
                  </a:lnTo>
                  <a:lnTo>
                    <a:pt x="1487468" y="404042"/>
                  </a:lnTo>
                  <a:lnTo>
                    <a:pt x="1526887" y="441867"/>
                  </a:lnTo>
                  <a:lnTo>
                    <a:pt x="1567838" y="478027"/>
                  </a:lnTo>
                  <a:lnTo>
                    <a:pt x="1610321" y="512522"/>
                  </a:lnTo>
                  <a:lnTo>
                    <a:pt x="1654190" y="545238"/>
                  </a:lnTo>
                  <a:lnTo>
                    <a:pt x="1699296" y="576059"/>
                  </a:lnTo>
                  <a:lnTo>
                    <a:pt x="1745640" y="604985"/>
                  </a:lnTo>
                  <a:lnTo>
                    <a:pt x="1793222" y="632017"/>
                  </a:lnTo>
                  <a:lnTo>
                    <a:pt x="1163626" y="179540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1038" y="3252803"/>
              <a:ext cx="2646045" cy="3708400"/>
            </a:xfrm>
            <a:custGeom>
              <a:avLst/>
              <a:gdLst/>
              <a:ahLst/>
              <a:cxnLst/>
              <a:rect l="l" t="t" r="r" b="b"/>
              <a:pathLst>
                <a:path w="2646045" h="3708400">
                  <a:moveTo>
                    <a:pt x="222799" y="3708399"/>
                  </a:moveTo>
                  <a:lnTo>
                    <a:pt x="206616" y="3670714"/>
                  </a:lnTo>
                  <a:lnTo>
                    <a:pt x="191022" y="3632791"/>
                  </a:lnTo>
                  <a:lnTo>
                    <a:pt x="176018" y="3594631"/>
                  </a:lnTo>
                  <a:lnTo>
                    <a:pt x="161604" y="3556234"/>
                  </a:lnTo>
                  <a:lnTo>
                    <a:pt x="147787" y="3517618"/>
                  </a:lnTo>
                  <a:lnTo>
                    <a:pt x="134573" y="3478802"/>
                  </a:lnTo>
                  <a:lnTo>
                    <a:pt x="121963" y="3439786"/>
                  </a:lnTo>
                  <a:lnTo>
                    <a:pt x="109956" y="3400569"/>
                  </a:lnTo>
                  <a:lnTo>
                    <a:pt x="98558" y="3361171"/>
                  </a:lnTo>
                  <a:lnTo>
                    <a:pt x="87774" y="3321611"/>
                  </a:lnTo>
                  <a:lnTo>
                    <a:pt x="77606" y="3281888"/>
                  </a:lnTo>
                  <a:lnTo>
                    <a:pt x="68052" y="3242003"/>
                  </a:lnTo>
                  <a:lnTo>
                    <a:pt x="59117" y="3201975"/>
                  </a:lnTo>
                  <a:lnTo>
                    <a:pt x="50805" y="3161822"/>
                  </a:lnTo>
                  <a:lnTo>
                    <a:pt x="43118" y="3121546"/>
                  </a:lnTo>
                  <a:lnTo>
                    <a:pt x="36053" y="3081145"/>
                  </a:lnTo>
                  <a:lnTo>
                    <a:pt x="29616" y="3040640"/>
                  </a:lnTo>
                  <a:lnTo>
                    <a:pt x="23808" y="3000050"/>
                  </a:lnTo>
                  <a:lnTo>
                    <a:pt x="18631" y="2959374"/>
                  </a:lnTo>
                  <a:lnTo>
                    <a:pt x="14083" y="2918614"/>
                  </a:lnTo>
                  <a:lnTo>
                    <a:pt x="10168" y="2877788"/>
                  </a:lnTo>
                  <a:lnTo>
                    <a:pt x="6887" y="2836916"/>
                  </a:lnTo>
                  <a:lnTo>
                    <a:pt x="4239" y="2795998"/>
                  </a:lnTo>
                  <a:lnTo>
                    <a:pt x="2226" y="2755034"/>
                  </a:lnTo>
                  <a:lnTo>
                    <a:pt x="848" y="2714043"/>
                  </a:lnTo>
                  <a:lnTo>
                    <a:pt x="106" y="2673046"/>
                  </a:lnTo>
                  <a:lnTo>
                    <a:pt x="0" y="2632043"/>
                  </a:lnTo>
                  <a:lnTo>
                    <a:pt x="529" y="2591033"/>
                  </a:lnTo>
                  <a:lnTo>
                    <a:pt x="1693" y="2550036"/>
                  </a:lnTo>
                  <a:lnTo>
                    <a:pt x="3492" y="2509072"/>
                  </a:lnTo>
                  <a:lnTo>
                    <a:pt x="5926" y="2468140"/>
                  </a:lnTo>
                  <a:lnTo>
                    <a:pt x="8996" y="2427242"/>
                  </a:lnTo>
                  <a:lnTo>
                    <a:pt x="12698" y="2386396"/>
                  </a:lnTo>
                  <a:lnTo>
                    <a:pt x="17032" y="2345622"/>
                  </a:lnTo>
                  <a:lnTo>
                    <a:pt x="21998" y="2304920"/>
                  </a:lnTo>
                  <a:lnTo>
                    <a:pt x="27595" y="2264291"/>
                  </a:lnTo>
                  <a:lnTo>
                    <a:pt x="33821" y="2223752"/>
                  </a:lnTo>
                  <a:lnTo>
                    <a:pt x="40673" y="2183325"/>
                  </a:lnTo>
                  <a:lnTo>
                    <a:pt x="48152" y="2143009"/>
                  </a:lnTo>
                  <a:lnTo>
                    <a:pt x="56256" y="2102805"/>
                  </a:lnTo>
                  <a:lnTo>
                    <a:pt x="64982" y="2062730"/>
                  </a:lnTo>
                  <a:lnTo>
                    <a:pt x="74325" y="2022805"/>
                  </a:lnTo>
                  <a:lnTo>
                    <a:pt x="84287" y="1983030"/>
                  </a:lnTo>
                  <a:lnTo>
                    <a:pt x="94867" y="1943405"/>
                  </a:lnTo>
                  <a:lnTo>
                    <a:pt x="106059" y="1903948"/>
                  </a:lnTo>
                  <a:lnTo>
                    <a:pt x="117859" y="1864679"/>
                  </a:lnTo>
                  <a:lnTo>
                    <a:pt x="130267" y="1825598"/>
                  </a:lnTo>
                  <a:lnTo>
                    <a:pt x="143281" y="1786704"/>
                  </a:lnTo>
                  <a:lnTo>
                    <a:pt x="156897" y="1748017"/>
                  </a:lnTo>
                  <a:lnTo>
                    <a:pt x="171107" y="1709554"/>
                  </a:lnTo>
                  <a:lnTo>
                    <a:pt x="185912" y="1671317"/>
                  </a:lnTo>
                  <a:lnTo>
                    <a:pt x="201312" y="1633304"/>
                  </a:lnTo>
                  <a:lnTo>
                    <a:pt x="217298" y="1595535"/>
                  </a:lnTo>
                  <a:lnTo>
                    <a:pt x="233865" y="1558027"/>
                  </a:lnTo>
                  <a:lnTo>
                    <a:pt x="251011" y="1520780"/>
                  </a:lnTo>
                  <a:lnTo>
                    <a:pt x="268736" y="1483795"/>
                  </a:lnTo>
                  <a:lnTo>
                    <a:pt x="287032" y="1447088"/>
                  </a:lnTo>
                  <a:lnTo>
                    <a:pt x="305891" y="1410679"/>
                  </a:lnTo>
                  <a:lnTo>
                    <a:pt x="325311" y="1374566"/>
                  </a:lnTo>
                  <a:lnTo>
                    <a:pt x="345294" y="1338750"/>
                  </a:lnTo>
                  <a:lnTo>
                    <a:pt x="365830" y="1303248"/>
                  </a:lnTo>
                  <a:lnTo>
                    <a:pt x="386908" y="1268077"/>
                  </a:lnTo>
                  <a:lnTo>
                    <a:pt x="408529" y="1233237"/>
                  </a:lnTo>
                  <a:lnTo>
                    <a:pt x="430693" y="1198728"/>
                  </a:lnTo>
                  <a:lnTo>
                    <a:pt x="453389" y="1164567"/>
                  </a:lnTo>
                  <a:lnTo>
                    <a:pt x="476606" y="1130769"/>
                  </a:lnTo>
                  <a:lnTo>
                    <a:pt x="500344" y="1097336"/>
                  </a:lnTo>
                  <a:lnTo>
                    <a:pt x="524604" y="1064267"/>
                  </a:lnTo>
                  <a:lnTo>
                    <a:pt x="549373" y="1031577"/>
                  </a:lnTo>
                  <a:lnTo>
                    <a:pt x="574639" y="999283"/>
                  </a:lnTo>
                  <a:lnTo>
                    <a:pt x="600404" y="967385"/>
                  </a:lnTo>
                  <a:lnTo>
                    <a:pt x="626666" y="935882"/>
                  </a:lnTo>
                  <a:lnTo>
                    <a:pt x="653413" y="904791"/>
                  </a:lnTo>
                  <a:lnTo>
                    <a:pt x="680632" y="874124"/>
                  </a:lnTo>
                  <a:lnTo>
                    <a:pt x="708323" y="843884"/>
                  </a:lnTo>
                  <a:lnTo>
                    <a:pt x="736486" y="814069"/>
                  </a:lnTo>
                  <a:lnTo>
                    <a:pt x="765108" y="784694"/>
                  </a:lnTo>
                  <a:lnTo>
                    <a:pt x="794175" y="755773"/>
                  </a:lnTo>
                  <a:lnTo>
                    <a:pt x="823687" y="727307"/>
                  </a:lnTo>
                  <a:lnTo>
                    <a:pt x="853644" y="699294"/>
                  </a:lnTo>
                  <a:lnTo>
                    <a:pt x="884031" y="671749"/>
                  </a:lnTo>
                  <a:lnTo>
                    <a:pt x="914834" y="644685"/>
                  </a:lnTo>
                  <a:lnTo>
                    <a:pt x="946053" y="618102"/>
                  </a:lnTo>
                  <a:lnTo>
                    <a:pt x="977688" y="591999"/>
                  </a:lnTo>
                  <a:lnTo>
                    <a:pt x="1009723" y="566390"/>
                  </a:lnTo>
                  <a:lnTo>
                    <a:pt x="1042144" y="541287"/>
                  </a:lnTo>
                  <a:lnTo>
                    <a:pt x="1074951" y="516689"/>
                  </a:lnTo>
                  <a:lnTo>
                    <a:pt x="1108142" y="492597"/>
                  </a:lnTo>
                  <a:lnTo>
                    <a:pt x="1141703" y="469022"/>
                  </a:lnTo>
                  <a:lnTo>
                    <a:pt x="1175617" y="445975"/>
                  </a:lnTo>
                  <a:lnTo>
                    <a:pt x="1209884" y="423458"/>
                  </a:lnTo>
                  <a:lnTo>
                    <a:pt x="1244504" y="401468"/>
                  </a:lnTo>
                  <a:lnTo>
                    <a:pt x="1279461" y="380018"/>
                  </a:lnTo>
                  <a:lnTo>
                    <a:pt x="1314738" y="359117"/>
                  </a:lnTo>
                  <a:lnTo>
                    <a:pt x="1350335" y="338766"/>
                  </a:lnTo>
                  <a:lnTo>
                    <a:pt x="1386251" y="318965"/>
                  </a:lnTo>
                  <a:lnTo>
                    <a:pt x="1422470" y="299722"/>
                  </a:lnTo>
                  <a:lnTo>
                    <a:pt x="1458975" y="281047"/>
                  </a:lnTo>
                  <a:lnTo>
                    <a:pt x="1495764" y="262940"/>
                  </a:lnTo>
                  <a:lnTo>
                    <a:pt x="1532838" y="245402"/>
                  </a:lnTo>
                  <a:lnTo>
                    <a:pt x="1570180" y="228440"/>
                  </a:lnTo>
                  <a:lnTo>
                    <a:pt x="1607771" y="212063"/>
                  </a:lnTo>
                  <a:lnTo>
                    <a:pt x="1645612" y="196271"/>
                  </a:lnTo>
                  <a:lnTo>
                    <a:pt x="1683701" y="181064"/>
                  </a:lnTo>
                  <a:lnTo>
                    <a:pt x="1722022" y="166448"/>
                  </a:lnTo>
                  <a:lnTo>
                    <a:pt x="1760556" y="152432"/>
                  </a:lnTo>
                  <a:lnTo>
                    <a:pt x="1799302" y="139015"/>
                  </a:lnTo>
                  <a:lnTo>
                    <a:pt x="1838261" y="126197"/>
                  </a:lnTo>
                  <a:lnTo>
                    <a:pt x="1877414" y="113984"/>
                  </a:lnTo>
                  <a:lnTo>
                    <a:pt x="1916742" y="102382"/>
                  </a:lnTo>
                  <a:lnTo>
                    <a:pt x="1956246" y="91392"/>
                  </a:lnTo>
                  <a:lnTo>
                    <a:pt x="1995924" y="81012"/>
                  </a:lnTo>
                  <a:lnTo>
                    <a:pt x="2035758" y="71249"/>
                  </a:lnTo>
                  <a:lnTo>
                    <a:pt x="2075730" y="62107"/>
                  </a:lnTo>
                  <a:lnTo>
                    <a:pt x="2115838" y="53585"/>
                  </a:lnTo>
                  <a:lnTo>
                    <a:pt x="2156083" y="45684"/>
                  </a:lnTo>
                  <a:lnTo>
                    <a:pt x="2196446" y="38408"/>
                  </a:lnTo>
                  <a:lnTo>
                    <a:pt x="2236907" y="31759"/>
                  </a:lnTo>
                  <a:lnTo>
                    <a:pt x="2277466" y="25739"/>
                  </a:lnTo>
                  <a:lnTo>
                    <a:pt x="2318124" y="20347"/>
                  </a:lnTo>
                  <a:lnTo>
                    <a:pt x="2358860" y="15586"/>
                  </a:lnTo>
                  <a:lnTo>
                    <a:pt x="2399655" y="11457"/>
                  </a:lnTo>
                  <a:lnTo>
                    <a:pt x="2440509" y="7962"/>
                  </a:lnTo>
                  <a:lnTo>
                    <a:pt x="2481423" y="5100"/>
                  </a:lnTo>
                  <a:lnTo>
                    <a:pt x="2522376" y="2871"/>
                  </a:lnTo>
                  <a:lnTo>
                    <a:pt x="2563348" y="1279"/>
                  </a:lnTo>
                  <a:lnTo>
                    <a:pt x="2604341" y="321"/>
                  </a:lnTo>
                  <a:lnTo>
                    <a:pt x="2645353" y="0"/>
                  </a:lnTo>
                  <a:lnTo>
                    <a:pt x="2645485" y="1322826"/>
                  </a:lnTo>
                  <a:lnTo>
                    <a:pt x="2624979" y="1322987"/>
                  </a:lnTo>
                  <a:lnTo>
                    <a:pt x="2604483" y="1323466"/>
                  </a:lnTo>
                  <a:lnTo>
                    <a:pt x="2563520" y="1325376"/>
                  </a:lnTo>
                  <a:lnTo>
                    <a:pt x="2522636" y="1328555"/>
                  </a:lnTo>
                  <a:lnTo>
                    <a:pt x="2481871" y="1333000"/>
                  </a:lnTo>
                  <a:lnTo>
                    <a:pt x="2441262" y="1338706"/>
                  </a:lnTo>
                  <a:lnTo>
                    <a:pt x="2400850" y="1345668"/>
                  </a:lnTo>
                  <a:lnTo>
                    <a:pt x="2360674" y="1353880"/>
                  </a:lnTo>
                  <a:lnTo>
                    <a:pt x="2320771" y="1363333"/>
                  </a:lnTo>
                  <a:lnTo>
                    <a:pt x="2281180" y="1374018"/>
                  </a:lnTo>
                  <a:lnTo>
                    <a:pt x="2241939" y="1385925"/>
                  </a:lnTo>
                  <a:lnTo>
                    <a:pt x="2203087" y="1399042"/>
                  </a:lnTo>
                  <a:lnTo>
                    <a:pt x="2164659" y="1413358"/>
                  </a:lnTo>
                  <a:lnTo>
                    <a:pt x="2126694" y="1428858"/>
                  </a:lnTo>
                  <a:lnTo>
                    <a:pt x="2089228" y="1445527"/>
                  </a:lnTo>
                  <a:lnTo>
                    <a:pt x="2052296" y="1463350"/>
                  </a:lnTo>
                  <a:lnTo>
                    <a:pt x="2015935" y="1482309"/>
                  </a:lnTo>
                  <a:lnTo>
                    <a:pt x="1980178" y="1502385"/>
                  </a:lnTo>
                  <a:lnTo>
                    <a:pt x="1945061" y="1523561"/>
                  </a:lnTo>
                  <a:lnTo>
                    <a:pt x="1910617" y="1545814"/>
                  </a:lnTo>
                  <a:lnTo>
                    <a:pt x="1876880" y="1569125"/>
                  </a:lnTo>
                  <a:lnTo>
                    <a:pt x="1843881" y="1593470"/>
                  </a:lnTo>
                  <a:lnTo>
                    <a:pt x="1811653" y="1618826"/>
                  </a:lnTo>
                  <a:lnTo>
                    <a:pt x="1780226" y="1645169"/>
                  </a:lnTo>
                  <a:lnTo>
                    <a:pt x="1749631" y="1672473"/>
                  </a:lnTo>
                  <a:lnTo>
                    <a:pt x="1719896" y="1700713"/>
                  </a:lnTo>
                  <a:lnTo>
                    <a:pt x="1691052" y="1729861"/>
                  </a:lnTo>
                  <a:lnTo>
                    <a:pt x="1663125" y="1759888"/>
                  </a:lnTo>
                  <a:lnTo>
                    <a:pt x="1636142" y="1790767"/>
                  </a:lnTo>
                  <a:lnTo>
                    <a:pt x="1610129" y="1822468"/>
                  </a:lnTo>
                  <a:lnTo>
                    <a:pt x="1585111" y="1854960"/>
                  </a:lnTo>
                  <a:lnTo>
                    <a:pt x="1561112" y="1888211"/>
                  </a:lnTo>
                  <a:lnTo>
                    <a:pt x="1538155" y="1922190"/>
                  </a:lnTo>
                  <a:lnTo>
                    <a:pt x="1516263" y="1956865"/>
                  </a:lnTo>
                  <a:lnTo>
                    <a:pt x="1495456" y="1992201"/>
                  </a:lnTo>
                  <a:lnTo>
                    <a:pt x="1475754" y="2028166"/>
                  </a:lnTo>
                  <a:lnTo>
                    <a:pt x="1457177" y="2064724"/>
                  </a:lnTo>
                  <a:lnTo>
                    <a:pt x="1439741" y="2101840"/>
                  </a:lnTo>
                  <a:lnTo>
                    <a:pt x="1423465" y="2139478"/>
                  </a:lnTo>
                  <a:lnTo>
                    <a:pt x="1408362" y="2177603"/>
                  </a:lnTo>
                  <a:lnTo>
                    <a:pt x="1394449" y="2216178"/>
                  </a:lnTo>
                  <a:lnTo>
                    <a:pt x="1381738" y="2255166"/>
                  </a:lnTo>
                  <a:lnTo>
                    <a:pt x="1370242" y="2294529"/>
                  </a:lnTo>
                  <a:lnTo>
                    <a:pt x="1359972" y="2334229"/>
                  </a:lnTo>
                  <a:lnTo>
                    <a:pt x="1350937" y="2374229"/>
                  </a:lnTo>
                  <a:lnTo>
                    <a:pt x="1343145" y="2414489"/>
                  </a:lnTo>
                  <a:lnTo>
                    <a:pt x="1336606" y="2454972"/>
                  </a:lnTo>
                  <a:lnTo>
                    <a:pt x="1331325" y="2495637"/>
                  </a:lnTo>
                  <a:lnTo>
                    <a:pt x="1327307" y="2536447"/>
                  </a:lnTo>
                  <a:lnTo>
                    <a:pt x="1324555" y="2577362"/>
                  </a:lnTo>
                  <a:lnTo>
                    <a:pt x="1323073" y="2618343"/>
                  </a:lnTo>
                  <a:lnTo>
                    <a:pt x="1322809" y="2638848"/>
                  </a:lnTo>
                  <a:lnTo>
                    <a:pt x="1322862" y="2659349"/>
                  </a:lnTo>
                  <a:lnTo>
                    <a:pt x="1323922" y="2700343"/>
                  </a:lnTo>
                  <a:lnTo>
                    <a:pt x="1326252" y="2741284"/>
                  </a:lnTo>
                  <a:lnTo>
                    <a:pt x="1329851" y="2782133"/>
                  </a:lnTo>
                  <a:lnTo>
                    <a:pt x="1334713" y="2822851"/>
                  </a:lnTo>
                  <a:lnTo>
                    <a:pt x="1340835" y="2863399"/>
                  </a:lnTo>
                  <a:lnTo>
                    <a:pt x="1348211" y="2903737"/>
                  </a:lnTo>
                  <a:lnTo>
                    <a:pt x="1356835" y="2943828"/>
                  </a:lnTo>
                  <a:lnTo>
                    <a:pt x="1366696" y="2983632"/>
                  </a:lnTo>
                  <a:lnTo>
                    <a:pt x="1377787" y="3023111"/>
                  </a:lnTo>
                  <a:lnTo>
                    <a:pt x="1390095" y="3062227"/>
                  </a:lnTo>
                  <a:lnTo>
                    <a:pt x="1403611" y="3100943"/>
                  </a:lnTo>
                  <a:lnTo>
                    <a:pt x="1418320" y="3139222"/>
                  </a:lnTo>
                  <a:lnTo>
                    <a:pt x="1434208" y="3177026"/>
                  </a:lnTo>
                  <a:lnTo>
                    <a:pt x="222799" y="3708399"/>
                  </a:lnTo>
                  <a:close/>
                </a:path>
              </a:pathLst>
            </a:custGeom>
            <a:solidFill>
              <a:srgbClr val="2E4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04988" y="4389819"/>
            <a:ext cx="62103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r>
              <a:rPr sz="1650" spc="-10" dirty="0">
                <a:latin typeface="Lucida Sans Unicode"/>
                <a:cs typeface="Lucida Sans Unicode"/>
              </a:rPr>
              <a:t>36.8%</a:t>
            </a:r>
            <a:endParaRPr sz="165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7617" y="3948366"/>
            <a:ext cx="685165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endParaRPr sz="1650" dirty="0">
              <a:latin typeface="Lucida Sans Unicode"/>
              <a:cs typeface="Lucida Sans Unicode"/>
            </a:endParaRPr>
          </a:p>
          <a:p>
            <a:pPr marL="80645">
              <a:lnSpc>
                <a:spcPts val="1935"/>
              </a:lnSpc>
            </a:pPr>
            <a:r>
              <a:rPr sz="1650" spc="-10" dirty="0">
                <a:latin typeface="Lucida Sans Unicode"/>
                <a:cs typeface="Lucida Sans Unicode"/>
              </a:rPr>
              <a:t>31.6%</a:t>
            </a:r>
            <a:endParaRPr sz="165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1963" y="8585098"/>
            <a:ext cx="674370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35"/>
              </a:lnSpc>
              <a:spcBef>
                <a:spcPts val="95"/>
              </a:spcBef>
            </a:pPr>
            <a:endParaRPr lang="en-IN" sz="1650" spc="-50" dirty="0">
              <a:latin typeface="Lucida Sans Unicode"/>
              <a:cs typeface="Lucida Sans Unicode"/>
            </a:endParaRPr>
          </a:p>
          <a:p>
            <a:pPr marL="109220">
              <a:lnSpc>
                <a:spcPts val="1935"/>
              </a:lnSpc>
            </a:pPr>
            <a:r>
              <a:rPr lang="en-IN" sz="1650" spc="-75" dirty="0">
                <a:latin typeface="Lucida Sans Unicode"/>
                <a:cs typeface="Lucida Sans Unicode"/>
              </a:rPr>
              <a:t>21.1%</a:t>
            </a:r>
            <a:endParaRPr lang="en-IN" sz="165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u="sng" spc="-60" dirty="0"/>
              <a:t>Billing</a:t>
            </a:r>
            <a:r>
              <a:rPr spc="-1095" dirty="0"/>
              <a:t> </a:t>
            </a:r>
            <a:r>
              <a:rPr spc="530" dirty="0"/>
              <a:t>&amp;</a:t>
            </a:r>
            <a:r>
              <a:rPr spc="-1090" dirty="0"/>
              <a:t> </a:t>
            </a:r>
            <a:r>
              <a:rPr u="sng" spc="60" dirty="0"/>
              <a:t>Finance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347954" y="3068032"/>
            <a:ext cx="6448425" cy="231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150" dirty="0">
                <a:latin typeface="Lucida Sans Unicode"/>
                <a:cs typeface="Lucida Sans Unicode"/>
              </a:rPr>
              <a:t>Our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70" dirty="0">
                <a:latin typeface="Lucida Sans Unicode"/>
                <a:cs typeface="Lucida Sans Unicode"/>
              </a:rPr>
              <a:t>comprehensive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-20" dirty="0">
                <a:latin typeface="Lucida Sans Unicode"/>
                <a:cs typeface="Lucida Sans Unicode"/>
              </a:rPr>
              <a:t>billing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65" dirty="0">
                <a:latin typeface="Lucida Sans Unicode"/>
                <a:cs typeface="Lucida Sans Unicode"/>
              </a:rPr>
              <a:t>module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streamlines </a:t>
            </a:r>
            <a:r>
              <a:rPr sz="2150" spc="65" dirty="0">
                <a:latin typeface="Lucida Sans Unicode"/>
                <a:cs typeface="Lucida Sans Unicode"/>
              </a:rPr>
              <a:t>revenue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05" dirty="0">
                <a:latin typeface="Lucida Sans Unicode"/>
                <a:cs typeface="Lucida Sans Unicode"/>
              </a:rPr>
              <a:t>cycle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management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95" dirty="0">
                <a:latin typeface="Lucida Sans Unicode"/>
                <a:cs typeface="Lucida Sans Unicode"/>
              </a:rPr>
              <a:t> </a:t>
            </a:r>
            <a:r>
              <a:rPr sz="2150" spc="100" dirty="0">
                <a:latin typeface="Lucida Sans Unicode"/>
                <a:cs typeface="Lucida Sans Unicode"/>
              </a:rPr>
              <a:t>automated </a:t>
            </a:r>
            <a:r>
              <a:rPr sz="2150" spc="60" dirty="0">
                <a:latin typeface="Lucida Sans Unicode"/>
                <a:cs typeface="Lucida Sans Unicode"/>
              </a:rPr>
              <a:t>insurance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80" dirty="0">
                <a:latin typeface="Lucida Sans Unicode"/>
                <a:cs typeface="Lucida Sans Unicode"/>
              </a:rPr>
              <a:t>claims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processing,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patient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invoicing,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real-</a:t>
            </a:r>
            <a:r>
              <a:rPr sz="2150" spc="50" dirty="0">
                <a:latin typeface="Lucida Sans Unicode"/>
                <a:cs typeface="Lucida Sans Unicode"/>
              </a:rPr>
              <a:t>time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spc="110" dirty="0">
                <a:latin typeface="Lucida Sans Unicode"/>
                <a:cs typeface="Lucida Sans Unicode"/>
              </a:rPr>
              <a:t>payment</a:t>
            </a:r>
            <a:r>
              <a:rPr sz="2150" spc="-4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tracking.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45" dirty="0">
                <a:latin typeface="Lucida Sans Unicode"/>
                <a:cs typeface="Lucida Sans Unicode"/>
              </a:rPr>
              <a:t>Integrated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all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clinical</a:t>
            </a:r>
            <a:r>
              <a:rPr sz="2150" spc="-15" dirty="0">
                <a:latin typeface="Lucida Sans Unicode"/>
                <a:cs typeface="Lucida Sans Unicode"/>
              </a:rPr>
              <a:t> </a:t>
            </a:r>
            <a:r>
              <a:rPr sz="2150" spc="75" dirty="0">
                <a:latin typeface="Lucida Sans Unicode"/>
                <a:cs typeface="Lucida Sans Unicode"/>
              </a:rPr>
              <a:t>departments</a:t>
            </a:r>
            <a:r>
              <a:rPr sz="2150" spc="-20" dirty="0">
                <a:latin typeface="Lucida Sans Unicode"/>
                <a:cs typeface="Lucida Sans Unicode"/>
              </a:rPr>
              <a:t> </a:t>
            </a:r>
            <a:r>
              <a:rPr sz="2150" spc="-30" dirty="0">
                <a:latin typeface="Lucida Sans Unicode"/>
                <a:cs typeface="Lucida Sans Unicode"/>
              </a:rPr>
              <a:t>for</a:t>
            </a:r>
            <a:r>
              <a:rPr sz="2150" spc="-15" dirty="0">
                <a:latin typeface="Lucida Sans Unicode"/>
                <a:cs typeface="Lucida Sans Unicode"/>
              </a:rPr>
              <a:t> </a:t>
            </a:r>
            <a:r>
              <a:rPr sz="2150" spc="114" dirty="0">
                <a:latin typeface="Lucida Sans Unicode"/>
                <a:cs typeface="Lucida Sans Unicode"/>
              </a:rPr>
              <a:t>accurate </a:t>
            </a:r>
            <a:r>
              <a:rPr sz="2150" spc="110" dirty="0">
                <a:latin typeface="Lucida Sans Unicode"/>
                <a:cs typeface="Lucida Sans Unicode"/>
              </a:rPr>
              <a:t>charge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90" dirty="0">
                <a:latin typeface="Lucida Sans Unicode"/>
                <a:cs typeface="Lucida Sans Unicode"/>
              </a:rPr>
              <a:t>capture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85" dirty="0">
                <a:latin typeface="Lucida Sans Unicode"/>
                <a:cs typeface="Lucida Sans Unicode"/>
              </a:rPr>
              <a:t>reduced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-20" dirty="0">
                <a:latin typeface="Lucida Sans Unicode"/>
                <a:cs typeface="Lucida Sans Unicode"/>
              </a:rPr>
              <a:t>billing</a:t>
            </a:r>
            <a:r>
              <a:rPr sz="2150" spc="-90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errors.</a:t>
            </a:r>
            <a:endParaRPr sz="2150" dirty="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47954" y="7312386"/>
            <a:ext cx="7837170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sz="2150" dirty="0">
                <a:latin typeface="Lucida Sans Unicode"/>
                <a:cs typeface="Lucida Sans Unicode"/>
              </a:rPr>
              <a:t>Track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100" dirty="0">
                <a:latin typeface="Lucida Sans Unicode"/>
                <a:cs typeface="Lucida Sans Unicode"/>
              </a:rPr>
              <a:t>payments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80" dirty="0">
                <a:latin typeface="Lucida Sans Unicode"/>
                <a:cs typeface="Lucida Sans Unicode"/>
              </a:rPr>
              <a:t>across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all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spc="75" dirty="0">
                <a:latin typeface="Lucida Sans Unicode"/>
                <a:cs typeface="Lucida Sans Unicode"/>
              </a:rPr>
              <a:t>channels</a:t>
            </a:r>
            <a:r>
              <a:rPr sz="2150" spc="-40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including</a:t>
            </a:r>
            <a:r>
              <a:rPr sz="2150" spc="-35" dirty="0">
                <a:latin typeface="Lucida Sans Unicode"/>
                <a:cs typeface="Lucida Sans Unicode"/>
              </a:rPr>
              <a:t> </a:t>
            </a:r>
            <a:r>
              <a:rPr sz="2150" spc="50" dirty="0">
                <a:latin typeface="Lucida Sans Unicode"/>
                <a:cs typeface="Lucida Sans Unicode"/>
              </a:rPr>
              <a:t>insurance </a:t>
            </a:r>
            <a:r>
              <a:rPr sz="2150" dirty="0">
                <a:latin typeface="Lucida Sans Unicode"/>
                <a:cs typeface="Lucida Sans Unicode"/>
              </a:rPr>
              <a:t>reimbursements,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patient</a:t>
            </a:r>
            <a:r>
              <a:rPr sz="2150" spc="75" dirty="0">
                <a:latin typeface="Lucida Sans Unicode"/>
                <a:cs typeface="Lucida Sans Unicode"/>
              </a:rPr>
              <a:t> </a:t>
            </a:r>
            <a:r>
              <a:rPr sz="2150" spc="60" dirty="0">
                <a:latin typeface="Lucida Sans Unicode"/>
                <a:cs typeface="Lucida Sans Unicode"/>
              </a:rPr>
              <a:t>co-</a:t>
            </a:r>
            <a:r>
              <a:rPr sz="2150" dirty="0">
                <a:latin typeface="Lucida Sans Unicode"/>
                <a:cs typeface="Lucida Sans Unicode"/>
              </a:rPr>
              <a:t>pays,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70" dirty="0">
                <a:latin typeface="Lucida Sans Unicode"/>
                <a:cs typeface="Lucida Sans Unicode"/>
              </a:rPr>
              <a:t> </a:t>
            </a:r>
            <a:r>
              <a:rPr sz="2150" spc="55" dirty="0">
                <a:latin typeface="Lucida Sans Unicode"/>
                <a:cs typeface="Lucida Sans Unicode"/>
              </a:rPr>
              <a:t>government </a:t>
            </a:r>
            <a:r>
              <a:rPr sz="2150" spc="75" dirty="0">
                <a:latin typeface="Lucida Sans Unicode"/>
                <a:cs typeface="Lucida Sans Unicode"/>
              </a:rPr>
              <a:t>programs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with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60" dirty="0">
                <a:latin typeface="Lucida Sans Unicode"/>
                <a:cs typeface="Lucida Sans Unicode"/>
              </a:rPr>
              <a:t>detailed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45" dirty="0">
                <a:latin typeface="Lucida Sans Unicode"/>
                <a:cs typeface="Lucida Sans Unicode"/>
              </a:rPr>
              <a:t>financial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dirty="0">
                <a:latin typeface="Lucida Sans Unicode"/>
                <a:cs typeface="Lucida Sans Unicode"/>
              </a:rPr>
              <a:t>reporting</a:t>
            </a:r>
            <a:r>
              <a:rPr sz="2150" spc="-60" dirty="0">
                <a:latin typeface="Lucida Sans Unicode"/>
                <a:cs typeface="Lucida Sans Unicode"/>
              </a:rPr>
              <a:t> </a:t>
            </a:r>
            <a:r>
              <a:rPr sz="2150" spc="135" dirty="0">
                <a:latin typeface="Lucida Sans Unicode"/>
                <a:cs typeface="Lucida Sans Unicode"/>
              </a:rPr>
              <a:t>and</a:t>
            </a:r>
            <a:r>
              <a:rPr sz="2150" spc="-65" dirty="0">
                <a:latin typeface="Lucida Sans Unicode"/>
                <a:cs typeface="Lucida Sans Unicode"/>
              </a:rPr>
              <a:t> </a:t>
            </a:r>
            <a:r>
              <a:rPr sz="2150" spc="-10" dirty="0">
                <a:latin typeface="Lucida Sans Unicode"/>
                <a:cs typeface="Lucida Sans Unicode"/>
              </a:rPr>
              <a:t>analytics.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0654" y="6091294"/>
            <a:ext cx="5116195" cy="825500"/>
          </a:xfrm>
          <a:custGeom>
            <a:avLst/>
            <a:gdLst/>
            <a:ahLst/>
            <a:cxnLst/>
            <a:rect l="l" t="t" r="r" b="b"/>
            <a:pathLst>
              <a:path w="5116194" h="825500">
                <a:moveTo>
                  <a:pt x="4702924" y="825303"/>
                </a:moveTo>
                <a:lnTo>
                  <a:pt x="412651" y="825303"/>
                </a:lnTo>
                <a:lnTo>
                  <a:pt x="364528" y="822527"/>
                </a:lnTo>
                <a:lnTo>
                  <a:pt x="318034" y="814404"/>
                </a:lnTo>
                <a:lnTo>
                  <a:pt x="273481" y="801246"/>
                </a:lnTo>
                <a:lnTo>
                  <a:pt x="231178" y="783360"/>
                </a:lnTo>
                <a:lnTo>
                  <a:pt x="191434" y="761058"/>
                </a:lnTo>
                <a:lnTo>
                  <a:pt x="154559" y="734648"/>
                </a:lnTo>
                <a:lnTo>
                  <a:pt x="120863" y="704440"/>
                </a:lnTo>
                <a:lnTo>
                  <a:pt x="90655" y="670743"/>
                </a:lnTo>
                <a:lnTo>
                  <a:pt x="64245" y="633868"/>
                </a:lnTo>
                <a:lnTo>
                  <a:pt x="41942" y="594124"/>
                </a:lnTo>
                <a:lnTo>
                  <a:pt x="24057" y="551821"/>
                </a:lnTo>
                <a:lnTo>
                  <a:pt x="10898" y="507268"/>
                </a:lnTo>
                <a:lnTo>
                  <a:pt x="2776" y="460774"/>
                </a:lnTo>
                <a:lnTo>
                  <a:pt x="0" y="412651"/>
                </a:lnTo>
                <a:lnTo>
                  <a:pt x="2776" y="364527"/>
                </a:lnTo>
                <a:lnTo>
                  <a:pt x="10898" y="318034"/>
                </a:lnTo>
                <a:lnTo>
                  <a:pt x="24057" y="273481"/>
                </a:lnTo>
                <a:lnTo>
                  <a:pt x="41942" y="231177"/>
                </a:lnTo>
                <a:lnTo>
                  <a:pt x="64245" y="191433"/>
                </a:lnTo>
                <a:lnTo>
                  <a:pt x="90655" y="154559"/>
                </a:lnTo>
                <a:lnTo>
                  <a:pt x="120863" y="120862"/>
                </a:lnTo>
                <a:lnTo>
                  <a:pt x="154559" y="90654"/>
                </a:lnTo>
                <a:lnTo>
                  <a:pt x="191434" y="64244"/>
                </a:lnTo>
                <a:lnTo>
                  <a:pt x="231178" y="41942"/>
                </a:lnTo>
                <a:lnTo>
                  <a:pt x="273481" y="24057"/>
                </a:lnTo>
                <a:lnTo>
                  <a:pt x="318034" y="10898"/>
                </a:lnTo>
                <a:lnTo>
                  <a:pt x="364528" y="2776"/>
                </a:lnTo>
                <a:lnTo>
                  <a:pt x="412651" y="0"/>
                </a:lnTo>
                <a:lnTo>
                  <a:pt x="4702924" y="0"/>
                </a:lnTo>
                <a:lnTo>
                  <a:pt x="4751048" y="2776"/>
                </a:lnTo>
                <a:lnTo>
                  <a:pt x="4797542" y="10898"/>
                </a:lnTo>
                <a:lnTo>
                  <a:pt x="4842095" y="24057"/>
                </a:lnTo>
                <a:lnTo>
                  <a:pt x="4884399" y="41942"/>
                </a:lnTo>
                <a:lnTo>
                  <a:pt x="4924143" y="64244"/>
                </a:lnTo>
                <a:lnTo>
                  <a:pt x="4961018" y="90654"/>
                </a:lnTo>
                <a:lnTo>
                  <a:pt x="4994714" y="120862"/>
                </a:lnTo>
                <a:lnTo>
                  <a:pt x="5024922" y="154559"/>
                </a:lnTo>
                <a:lnTo>
                  <a:pt x="5051332" y="191433"/>
                </a:lnTo>
                <a:lnTo>
                  <a:pt x="5073635" y="231177"/>
                </a:lnTo>
                <a:lnTo>
                  <a:pt x="5091520" y="273481"/>
                </a:lnTo>
                <a:lnTo>
                  <a:pt x="5104679" y="318034"/>
                </a:lnTo>
                <a:lnTo>
                  <a:pt x="5112801" y="364527"/>
                </a:lnTo>
                <a:lnTo>
                  <a:pt x="5115577" y="412651"/>
                </a:lnTo>
                <a:lnTo>
                  <a:pt x="5112801" y="460774"/>
                </a:lnTo>
                <a:lnTo>
                  <a:pt x="5104679" y="507268"/>
                </a:lnTo>
                <a:lnTo>
                  <a:pt x="5091520" y="551821"/>
                </a:lnTo>
                <a:lnTo>
                  <a:pt x="5073635" y="594124"/>
                </a:lnTo>
                <a:lnTo>
                  <a:pt x="5051332" y="633868"/>
                </a:lnTo>
                <a:lnTo>
                  <a:pt x="5024922" y="670743"/>
                </a:lnTo>
                <a:lnTo>
                  <a:pt x="4994714" y="704440"/>
                </a:lnTo>
                <a:lnTo>
                  <a:pt x="4961018" y="734648"/>
                </a:lnTo>
                <a:lnTo>
                  <a:pt x="4924143" y="761058"/>
                </a:lnTo>
                <a:lnTo>
                  <a:pt x="4884399" y="783360"/>
                </a:lnTo>
                <a:lnTo>
                  <a:pt x="4842095" y="801246"/>
                </a:lnTo>
                <a:lnTo>
                  <a:pt x="4797542" y="814404"/>
                </a:lnTo>
                <a:lnTo>
                  <a:pt x="4751048" y="822527"/>
                </a:lnTo>
                <a:lnTo>
                  <a:pt x="4702924" y="825303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763000" y="6199125"/>
            <a:ext cx="4281805" cy="548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00" b="1" spc="60" dirty="0">
                <a:solidFill>
                  <a:srgbClr val="FFFFFF"/>
                </a:solidFill>
                <a:latin typeface="Trebuchet MS"/>
                <a:cs typeface="Trebuchet MS"/>
              </a:rPr>
              <a:t>Revenue</a:t>
            </a:r>
            <a:r>
              <a:rPr sz="3400" b="1" spc="-4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rebuchet MS"/>
                <a:cs typeface="Trebuchet MS"/>
              </a:rPr>
              <a:t>Distribution</a:t>
            </a:r>
            <a:endParaRPr sz="3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0"/>
            <a:ext cx="18288000" cy="10287000"/>
            <a:chOff x="1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6051084"/>
              <a:ext cx="18287998" cy="42290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888988" y="0"/>
              <a:ext cx="5399405" cy="10287000"/>
            </a:xfrm>
            <a:custGeom>
              <a:avLst/>
              <a:gdLst/>
              <a:ahLst/>
              <a:cxnLst/>
              <a:rect l="l" t="t" r="r" b="b"/>
              <a:pathLst>
                <a:path w="5399405" h="10287000">
                  <a:moveTo>
                    <a:pt x="5399012" y="10287000"/>
                  </a:moveTo>
                  <a:lnTo>
                    <a:pt x="2637709" y="10287000"/>
                  </a:lnTo>
                  <a:lnTo>
                    <a:pt x="0" y="0"/>
                  </a:lnTo>
                  <a:lnTo>
                    <a:pt x="5399012" y="0"/>
                  </a:lnTo>
                  <a:lnTo>
                    <a:pt x="5399012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18039" y="0"/>
              <a:ext cx="2269960" cy="87698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39762" y="0"/>
              <a:ext cx="1948814" cy="7598409"/>
            </a:xfrm>
            <a:custGeom>
              <a:avLst/>
              <a:gdLst/>
              <a:ahLst/>
              <a:cxnLst/>
              <a:rect l="l" t="t" r="r" b="b"/>
              <a:pathLst>
                <a:path w="1948815" h="7598409">
                  <a:moveTo>
                    <a:pt x="1948237" y="7598078"/>
                  </a:moveTo>
                  <a:lnTo>
                    <a:pt x="0" y="0"/>
                  </a:lnTo>
                  <a:lnTo>
                    <a:pt x="1948238" y="0"/>
                  </a:lnTo>
                  <a:lnTo>
                    <a:pt x="1948237" y="7598078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7921" y="0"/>
              <a:ext cx="1851075" cy="39139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92600" y="1476883"/>
              <a:ext cx="7895399" cy="84486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974635" y="2092151"/>
              <a:ext cx="7235825" cy="7226300"/>
            </a:xfrm>
            <a:custGeom>
              <a:avLst/>
              <a:gdLst/>
              <a:ahLst/>
              <a:cxnLst/>
              <a:rect l="l" t="t" r="r" b="b"/>
              <a:pathLst>
                <a:path w="7235825" h="7226300">
                  <a:moveTo>
                    <a:pt x="3904909" y="12700"/>
                  </a:moveTo>
                  <a:lnTo>
                    <a:pt x="3330444" y="12700"/>
                  </a:lnTo>
                  <a:lnTo>
                    <a:pt x="3377911" y="0"/>
                  </a:lnTo>
                  <a:lnTo>
                    <a:pt x="3857442" y="0"/>
                  </a:lnTo>
                  <a:lnTo>
                    <a:pt x="3904909" y="12700"/>
                  </a:lnTo>
                  <a:close/>
                </a:path>
                <a:path w="7235825" h="7226300">
                  <a:moveTo>
                    <a:pt x="4046269" y="25400"/>
                  </a:moveTo>
                  <a:lnTo>
                    <a:pt x="3189084" y="25400"/>
                  </a:lnTo>
                  <a:lnTo>
                    <a:pt x="3236026" y="12700"/>
                  </a:lnTo>
                  <a:lnTo>
                    <a:pt x="3999326" y="12700"/>
                  </a:lnTo>
                  <a:lnTo>
                    <a:pt x="4046269" y="25400"/>
                  </a:lnTo>
                  <a:close/>
                </a:path>
                <a:path w="7235825" h="7226300">
                  <a:moveTo>
                    <a:pt x="4139601" y="38100"/>
                  </a:moveTo>
                  <a:lnTo>
                    <a:pt x="3095751" y="38100"/>
                  </a:lnTo>
                  <a:lnTo>
                    <a:pt x="3142324" y="25400"/>
                  </a:lnTo>
                  <a:lnTo>
                    <a:pt x="4093028" y="25400"/>
                  </a:lnTo>
                  <a:lnTo>
                    <a:pt x="4139601" y="38100"/>
                  </a:lnTo>
                  <a:close/>
                </a:path>
                <a:path w="7235825" h="7226300">
                  <a:moveTo>
                    <a:pt x="4278161" y="63500"/>
                  </a:moveTo>
                  <a:lnTo>
                    <a:pt x="2957192" y="63500"/>
                  </a:lnTo>
                  <a:lnTo>
                    <a:pt x="3049369" y="38100"/>
                  </a:lnTo>
                  <a:lnTo>
                    <a:pt x="4185984" y="38100"/>
                  </a:lnTo>
                  <a:lnTo>
                    <a:pt x="4278161" y="63500"/>
                  </a:lnTo>
                  <a:close/>
                </a:path>
                <a:path w="7235825" h="7226300">
                  <a:moveTo>
                    <a:pt x="4460056" y="101600"/>
                  </a:moveTo>
                  <a:lnTo>
                    <a:pt x="2775296" y="101600"/>
                  </a:lnTo>
                  <a:lnTo>
                    <a:pt x="2911405" y="63500"/>
                  </a:lnTo>
                  <a:lnTo>
                    <a:pt x="4323948" y="63500"/>
                  </a:lnTo>
                  <a:lnTo>
                    <a:pt x="4460056" y="101600"/>
                  </a:lnTo>
                  <a:close/>
                </a:path>
                <a:path w="7235825" h="7226300">
                  <a:moveTo>
                    <a:pt x="4414900" y="7150100"/>
                  </a:moveTo>
                  <a:lnTo>
                    <a:pt x="2820453" y="7150100"/>
                  </a:lnTo>
                  <a:lnTo>
                    <a:pt x="2422216" y="7035800"/>
                  </a:lnTo>
                  <a:lnTo>
                    <a:pt x="2379162" y="7010400"/>
                  </a:lnTo>
                  <a:lnTo>
                    <a:pt x="2293816" y="6985000"/>
                  </a:lnTo>
                  <a:lnTo>
                    <a:pt x="2251532" y="6959600"/>
                  </a:lnTo>
                  <a:lnTo>
                    <a:pt x="2167763" y="6934200"/>
                  </a:lnTo>
                  <a:lnTo>
                    <a:pt x="2126286" y="6908800"/>
                  </a:lnTo>
                  <a:lnTo>
                    <a:pt x="2085085" y="6896100"/>
                  </a:lnTo>
                  <a:lnTo>
                    <a:pt x="2044164" y="6870700"/>
                  </a:lnTo>
                  <a:lnTo>
                    <a:pt x="2003528" y="6858000"/>
                  </a:lnTo>
                  <a:lnTo>
                    <a:pt x="1923124" y="6807200"/>
                  </a:lnTo>
                  <a:lnTo>
                    <a:pt x="1883365" y="6794500"/>
                  </a:lnTo>
                  <a:lnTo>
                    <a:pt x="1765901" y="6718300"/>
                  </a:lnTo>
                  <a:lnTo>
                    <a:pt x="1727365" y="6705600"/>
                  </a:lnTo>
                  <a:lnTo>
                    <a:pt x="1613665" y="6629400"/>
                  </a:lnTo>
                  <a:lnTo>
                    <a:pt x="1502911" y="6553200"/>
                  </a:lnTo>
                  <a:lnTo>
                    <a:pt x="1430764" y="6502400"/>
                  </a:lnTo>
                  <a:lnTo>
                    <a:pt x="1395209" y="6464300"/>
                  </a:lnTo>
                  <a:lnTo>
                    <a:pt x="1325154" y="6413500"/>
                  </a:lnTo>
                  <a:lnTo>
                    <a:pt x="1290663" y="6388100"/>
                  </a:lnTo>
                  <a:lnTo>
                    <a:pt x="1256534" y="6350000"/>
                  </a:lnTo>
                  <a:lnTo>
                    <a:pt x="1189380" y="6299200"/>
                  </a:lnTo>
                  <a:lnTo>
                    <a:pt x="1156362" y="6261100"/>
                  </a:lnTo>
                  <a:lnTo>
                    <a:pt x="1091464" y="6210300"/>
                  </a:lnTo>
                  <a:lnTo>
                    <a:pt x="1059592" y="6172200"/>
                  </a:lnTo>
                  <a:lnTo>
                    <a:pt x="1028110" y="6146800"/>
                  </a:lnTo>
                  <a:lnTo>
                    <a:pt x="997022" y="6108700"/>
                  </a:lnTo>
                  <a:lnTo>
                    <a:pt x="966331" y="6070600"/>
                  </a:lnTo>
                  <a:lnTo>
                    <a:pt x="936042" y="6045200"/>
                  </a:lnTo>
                  <a:lnTo>
                    <a:pt x="906159" y="6007100"/>
                  </a:lnTo>
                  <a:lnTo>
                    <a:pt x="876684" y="5981700"/>
                  </a:lnTo>
                  <a:lnTo>
                    <a:pt x="847623" y="5943600"/>
                  </a:lnTo>
                  <a:lnTo>
                    <a:pt x="818979" y="5905500"/>
                  </a:lnTo>
                  <a:lnTo>
                    <a:pt x="790757" y="5867400"/>
                  </a:lnTo>
                  <a:lnTo>
                    <a:pt x="762959" y="5842000"/>
                  </a:lnTo>
                  <a:lnTo>
                    <a:pt x="735590" y="5803900"/>
                  </a:lnTo>
                  <a:lnTo>
                    <a:pt x="708654" y="5765800"/>
                  </a:lnTo>
                  <a:lnTo>
                    <a:pt x="682154" y="5727700"/>
                  </a:lnTo>
                  <a:lnTo>
                    <a:pt x="656095" y="5689600"/>
                  </a:lnTo>
                  <a:lnTo>
                    <a:pt x="630481" y="5651500"/>
                  </a:lnTo>
                  <a:lnTo>
                    <a:pt x="605315" y="5613400"/>
                  </a:lnTo>
                  <a:lnTo>
                    <a:pt x="580602" y="5575300"/>
                  </a:lnTo>
                  <a:lnTo>
                    <a:pt x="556344" y="5537200"/>
                  </a:lnTo>
                  <a:lnTo>
                    <a:pt x="532547" y="5499100"/>
                  </a:lnTo>
                  <a:lnTo>
                    <a:pt x="509214" y="5461000"/>
                  </a:lnTo>
                  <a:lnTo>
                    <a:pt x="486349" y="5422900"/>
                  </a:lnTo>
                  <a:lnTo>
                    <a:pt x="463956" y="5384800"/>
                  </a:lnTo>
                  <a:lnTo>
                    <a:pt x="442038" y="5346700"/>
                  </a:lnTo>
                  <a:lnTo>
                    <a:pt x="420600" y="5308600"/>
                  </a:lnTo>
                  <a:lnTo>
                    <a:pt x="399646" y="5270500"/>
                  </a:lnTo>
                  <a:lnTo>
                    <a:pt x="379179" y="5232400"/>
                  </a:lnTo>
                  <a:lnTo>
                    <a:pt x="359204" y="5194300"/>
                  </a:lnTo>
                  <a:lnTo>
                    <a:pt x="339724" y="5143500"/>
                  </a:lnTo>
                  <a:lnTo>
                    <a:pt x="320743" y="5105400"/>
                  </a:lnTo>
                  <a:lnTo>
                    <a:pt x="302265" y="5067300"/>
                  </a:lnTo>
                  <a:lnTo>
                    <a:pt x="284294" y="5029200"/>
                  </a:lnTo>
                  <a:lnTo>
                    <a:pt x="266835" y="4978400"/>
                  </a:lnTo>
                  <a:lnTo>
                    <a:pt x="249890" y="4940300"/>
                  </a:lnTo>
                  <a:lnTo>
                    <a:pt x="233463" y="4902200"/>
                  </a:lnTo>
                  <a:lnTo>
                    <a:pt x="217560" y="4851400"/>
                  </a:lnTo>
                  <a:lnTo>
                    <a:pt x="202183" y="4813300"/>
                  </a:lnTo>
                  <a:lnTo>
                    <a:pt x="187336" y="4762500"/>
                  </a:lnTo>
                  <a:lnTo>
                    <a:pt x="173024" y="4724400"/>
                  </a:lnTo>
                  <a:lnTo>
                    <a:pt x="159250" y="4673600"/>
                  </a:lnTo>
                  <a:lnTo>
                    <a:pt x="146019" y="4635500"/>
                  </a:lnTo>
                  <a:lnTo>
                    <a:pt x="133333" y="4597400"/>
                  </a:lnTo>
                  <a:lnTo>
                    <a:pt x="121197" y="4546600"/>
                  </a:lnTo>
                  <a:lnTo>
                    <a:pt x="109616" y="4508500"/>
                  </a:lnTo>
                  <a:lnTo>
                    <a:pt x="98592" y="4457700"/>
                  </a:lnTo>
                  <a:lnTo>
                    <a:pt x="88129" y="4406900"/>
                  </a:lnTo>
                  <a:lnTo>
                    <a:pt x="78233" y="4368800"/>
                  </a:lnTo>
                  <a:lnTo>
                    <a:pt x="68906" y="4318000"/>
                  </a:lnTo>
                  <a:lnTo>
                    <a:pt x="60152" y="4279900"/>
                  </a:lnTo>
                  <a:lnTo>
                    <a:pt x="51976" y="4229100"/>
                  </a:lnTo>
                  <a:lnTo>
                    <a:pt x="44381" y="4178300"/>
                  </a:lnTo>
                  <a:lnTo>
                    <a:pt x="37371" y="4140200"/>
                  </a:lnTo>
                  <a:lnTo>
                    <a:pt x="30950" y="4089400"/>
                  </a:lnTo>
                  <a:lnTo>
                    <a:pt x="25122" y="4038600"/>
                  </a:lnTo>
                  <a:lnTo>
                    <a:pt x="19891" y="4000500"/>
                  </a:lnTo>
                  <a:lnTo>
                    <a:pt x="15261" y="3949700"/>
                  </a:lnTo>
                  <a:lnTo>
                    <a:pt x="11235" y="3898900"/>
                  </a:lnTo>
                  <a:lnTo>
                    <a:pt x="7819" y="3860800"/>
                  </a:lnTo>
                  <a:lnTo>
                    <a:pt x="5014" y="3810000"/>
                  </a:lnTo>
                  <a:lnTo>
                    <a:pt x="2826" y="3759200"/>
                  </a:lnTo>
                  <a:lnTo>
                    <a:pt x="1258" y="3708400"/>
                  </a:lnTo>
                  <a:lnTo>
                    <a:pt x="315" y="3657600"/>
                  </a:lnTo>
                  <a:lnTo>
                    <a:pt x="0" y="3619500"/>
                  </a:lnTo>
                  <a:lnTo>
                    <a:pt x="315" y="3568700"/>
                  </a:lnTo>
                  <a:lnTo>
                    <a:pt x="1258" y="3517900"/>
                  </a:lnTo>
                  <a:lnTo>
                    <a:pt x="2826" y="3467100"/>
                  </a:lnTo>
                  <a:lnTo>
                    <a:pt x="5014" y="3429000"/>
                  </a:lnTo>
                  <a:lnTo>
                    <a:pt x="7819" y="3378200"/>
                  </a:lnTo>
                  <a:lnTo>
                    <a:pt x="11235" y="3327400"/>
                  </a:lnTo>
                  <a:lnTo>
                    <a:pt x="15261" y="3276600"/>
                  </a:lnTo>
                  <a:lnTo>
                    <a:pt x="19891" y="3238500"/>
                  </a:lnTo>
                  <a:lnTo>
                    <a:pt x="25122" y="3187700"/>
                  </a:lnTo>
                  <a:lnTo>
                    <a:pt x="30950" y="3136900"/>
                  </a:lnTo>
                  <a:lnTo>
                    <a:pt x="37371" y="3098800"/>
                  </a:lnTo>
                  <a:lnTo>
                    <a:pt x="44381" y="3048000"/>
                  </a:lnTo>
                  <a:lnTo>
                    <a:pt x="51976" y="2997200"/>
                  </a:lnTo>
                  <a:lnTo>
                    <a:pt x="60152" y="2959100"/>
                  </a:lnTo>
                  <a:lnTo>
                    <a:pt x="68906" y="2908300"/>
                  </a:lnTo>
                  <a:lnTo>
                    <a:pt x="78233" y="2857500"/>
                  </a:lnTo>
                  <a:lnTo>
                    <a:pt x="88129" y="2819400"/>
                  </a:lnTo>
                  <a:lnTo>
                    <a:pt x="98592" y="2768600"/>
                  </a:lnTo>
                  <a:lnTo>
                    <a:pt x="109616" y="2730500"/>
                  </a:lnTo>
                  <a:lnTo>
                    <a:pt x="121197" y="2679700"/>
                  </a:lnTo>
                  <a:lnTo>
                    <a:pt x="133333" y="2641600"/>
                  </a:lnTo>
                  <a:lnTo>
                    <a:pt x="146019" y="2590800"/>
                  </a:lnTo>
                  <a:lnTo>
                    <a:pt x="159250" y="2552700"/>
                  </a:lnTo>
                  <a:lnTo>
                    <a:pt x="173024" y="2501900"/>
                  </a:lnTo>
                  <a:lnTo>
                    <a:pt x="187336" y="2463800"/>
                  </a:lnTo>
                  <a:lnTo>
                    <a:pt x="202183" y="2425700"/>
                  </a:lnTo>
                  <a:lnTo>
                    <a:pt x="217560" y="2374900"/>
                  </a:lnTo>
                  <a:lnTo>
                    <a:pt x="233463" y="2336800"/>
                  </a:lnTo>
                  <a:lnTo>
                    <a:pt x="249890" y="2286000"/>
                  </a:lnTo>
                  <a:lnTo>
                    <a:pt x="266835" y="2247900"/>
                  </a:lnTo>
                  <a:lnTo>
                    <a:pt x="284294" y="2209800"/>
                  </a:lnTo>
                  <a:lnTo>
                    <a:pt x="302265" y="2159000"/>
                  </a:lnTo>
                  <a:lnTo>
                    <a:pt x="320743" y="2120900"/>
                  </a:lnTo>
                  <a:lnTo>
                    <a:pt x="339724" y="2082800"/>
                  </a:lnTo>
                  <a:lnTo>
                    <a:pt x="359204" y="2044700"/>
                  </a:lnTo>
                  <a:lnTo>
                    <a:pt x="379179" y="2006600"/>
                  </a:lnTo>
                  <a:lnTo>
                    <a:pt x="399646" y="1955800"/>
                  </a:lnTo>
                  <a:lnTo>
                    <a:pt x="420600" y="1917700"/>
                  </a:lnTo>
                  <a:lnTo>
                    <a:pt x="442038" y="1879600"/>
                  </a:lnTo>
                  <a:lnTo>
                    <a:pt x="463956" y="1841500"/>
                  </a:lnTo>
                  <a:lnTo>
                    <a:pt x="486349" y="1803400"/>
                  </a:lnTo>
                  <a:lnTo>
                    <a:pt x="509214" y="1765300"/>
                  </a:lnTo>
                  <a:lnTo>
                    <a:pt x="532547" y="1727200"/>
                  </a:lnTo>
                  <a:lnTo>
                    <a:pt x="556344" y="1689100"/>
                  </a:lnTo>
                  <a:lnTo>
                    <a:pt x="580602" y="1651000"/>
                  </a:lnTo>
                  <a:lnTo>
                    <a:pt x="605315" y="1612900"/>
                  </a:lnTo>
                  <a:lnTo>
                    <a:pt x="630481" y="1574800"/>
                  </a:lnTo>
                  <a:lnTo>
                    <a:pt x="656095" y="1536700"/>
                  </a:lnTo>
                  <a:lnTo>
                    <a:pt x="682154" y="1498600"/>
                  </a:lnTo>
                  <a:lnTo>
                    <a:pt x="708654" y="1460500"/>
                  </a:lnTo>
                  <a:lnTo>
                    <a:pt x="735590" y="1422400"/>
                  </a:lnTo>
                  <a:lnTo>
                    <a:pt x="762959" y="1397000"/>
                  </a:lnTo>
                  <a:lnTo>
                    <a:pt x="790757" y="1358900"/>
                  </a:lnTo>
                  <a:lnTo>
                    <a:pt x="818979" y="1320800"/>
                  </a:lnTo>
                  <a:lnTo>
                    <a:pt x="847623" y="1282700"/>
                  </a:lnTo>
                  <a:lnTo>
                    <a:pt x="876684" y="1257300"/>
                  </a:lnTo>
                  <a:lnTo>
                    <a:pt x="906159" y="1219200"/>
                  </a:lnTo>
                  <a:lnTo>
                    <a:pt x="936042" y="1181100"/>
                  </a:lnTo>
                  <a:lnTo>
                    <a:pt x="966331" y="1155700"/>
                  </a:lnTo>
                  <a:lnTo>
                    <a:pt x="997022" y="1117600"/>
                  </a:lnTo>
                  <a:lnTo>
                    <a:pt x="1028110" y="1092200"/>
                  </a:lnTo>
                  <a:lnTo>
                    <a:pt x="1059592" y="1054100"/>
                  </a:lnTo>
                  <a:lnTo>
                    <a:pt x="1091464" y="1028700"/>
                  </a:lnTo>
                  <a:lnTo>
                    <a:pt x="1123722" y="990600"/>
                  </a:lnTo>
                  <a:lnTo>
                    <a:pt x="1156362" y="965200"/>
                  </a:lnTo>
                  <a:lnTo>
                    <a:pt x="1189380" y="927100"/>
                  </a:lnTo>
                  <a:lnTo>
                    <a:pt x="1256534" y="876300"/>
                  </a:lnTo>
                  <a:lnTo>
                    <a:pt x="1290663" y="850900"/>
                  </a:lnTo>
                  <a:lnTo>
                    <a:pt x="1325154" y="812800"/>
                  </a:lnTo>
                  <a:lnTo>
                    <a:pt x="1395209" y="762000"/>
                  </a:lnTo>
                  <a:lnTo>
                    <a:pt x="1466666" y="711200"/>
                  </a:lnTo>
                  <a:lnTo>
                    <a:pt x="1502911" y="685800"/>
                  </a:lnTo>
                  <a:lnTo>
                    <a:pt x="1539495" y="647700"/>
                  </a:lnTo>
                  <a:lnTo>
                    <a:pt x="1613665" y="596900"/>
                  </a:lnTo>
                  <a:lnTo>
                    <a:pt x="1651243" y="584200"/>
                  </a:lnTo>
                  <a:lnTo>
                    <a:pt x="1765901" y="508000"/>
                  </a:lnTo>
                  <a:lnTo>
                    <a:pt x="1843905" y="457200"/>
                  </a:lnTo>
                  <a:lnTo>
                    <a:pt x="1883365" y="444500"/>
                  </a:lnTo>
                  <a:lnTo>
                    <a:pt x="1963180" y="393700"/>
                  </a:lnTo>
                  <a:lnTo>
                    <a:pt x="2003528" y="381000"/>
                  </a:lnTo>
                  <a:lnTo>
                    <a:pt x="2044164" y="355600"/>
                  </a:lnTo>
                  <a:lnTo>
                    <a:pt x="2085085" y="342900"/>
                  </a:lnTo>
                  <a:lnTo>
                    <a:pt x="2126286" y="317500"/>
                  </a:lnTo>
                  <a:lnTo>
                    <a:pt x="2167763" y="304800"/>
                  </a:lnTo>
                  <a:lnTo>
                    <a:pt x="2209513" y="279400"/>
                  </a:lnTo>
                  <a:lnTo>
                    <a:pt x="2251532" y="266700"/>
                  </a:lnTo>
                  <a:lnTo>
                    <a:pt x="2293816" y="241300"/>
                  </a:lnTo>
                  <a:lnTo>
                    <a:pt x="2465520" y="190500"/>
                  </a:lnTo>
                  <a:lnTo>
                    <a:pt x="2509069" y="165100"/>
                  </a:lnTo>
                  <a:lnTo>
                    <a:pt x="2730357" y="101600"/>
                  </a:lnTo>
                  <a:lnTo>
                    <a:pt x="4504995" y="101600"/>
                  </a:lnTo>
                  <a:lnTo>
                    <a:pt x="4726283" y="165100"/>
                  </a:lnTo>
                  <a:lnTo>
                    <a:pt x="4769832" y="190500"/>
                  </a:lnTo>
                  <a:lnTo>
                    <a:pt x="4941537" y="241300"/>
                  </a:lnTo>
                  <a:lnTo>
                    <a:pt x="4983821" y="266700"/>
                  </a:lnTo>
                  <a:lnTo>
                    <a:pt x="5025840" y="279400"/>
                  </a:lnTo>
                  <a:lnTo>
                    <a:pt x="5067590" y="304800"/>
                  </a:lnTo>
                  <a:lnTo>
                    <a:pt x="5109067" y="317500"/>
                  </a:lnTo>
                  <a:lnTo>
                    <a:pt x="5150268" y="342900"/>
                  </a:lnTo>
                  <a:lnTo>
                    <a:pt x="5191189" y="355600"/>
                  </a:lnTo>
                  <a:lnTo>
                    <a:pt x="5231825" y="381000"/>
                  </a:lnTo>
                  <a:lnTo>
                    <a:pt x="5272173" y="393700"/>
                  </a:lnTo>
                  <a:lnTo>
                    <a:pt x="5351988" y="444500"/>
                  </a:lnTo>
                  <a:lnTo>
                    <a:pt x="5391448" y="457200"/>
                  </a:lnTo>
                  <a:lnTo>
                    <a:pt x="5469452" y="508000"/>
                  </a:lnTo>
                  <a:lnTo>
                    <a:pt x="5584110" y="584200"/>
                  </a:lnTo>
                  <a:lnTo>
                    <a:pt x="5621688" y="596900"/>
                  </a:lnTo>
                  <a:lnTo>
                    <a:pt x="5695858" y="647700"/>
                  </a:lnTo>
                  <a:lnTo>
                    <a:pt x="5732442" y="685800"/>
                  </a:lnTo>
                  <a:lnTo>
                    <a:pt x="5768687" y="711200"/>
                  </a:lnTo>
                  <a:lnTo>
                    <a:pt x="5840144" y="762000"/>
                  </a:lnTo>
                  <a:lnTo>
                    <a:pt x="5910199" y="812800"/>
                  </a:lnTo>
                  <a:lnTo>
                    <a:pt x="5944690" y="850900"/>
                  </a:lnTo>
                  <a:lnTo>
                    <a:pt x="5978819" y="876300"/>
                  </a:lnTo>
                  <a:lnTo>
                    <a:pt x="6045973" y="927100"/>
                  </a:lnTo>
                  <a:lnTo>
                    <a:pt x="6078991" y="965200"/>
                  </a:lnTo>
                  <a:lnTo>
                    <a:pt x="6111631" y="990600"/>
                  </a:lnTo>
                  <a:lnTo>
                    <a:pt x="6143889" y="1028700"/>
                  </a:lnTo>
                  <a:lnTo>
                    <a:pt x="6175761" y="1054100"/>
                  </a:lnTo>
                  <a:lnTo>
                    <a:pt x="6207243" y="1092200"/>
                  </a:lnTo>
                  <a:lnTo>
                    <a:pt x="6238331" y="1117600"/>
                  </a:lnTo>
                  <a:lnTo>
                    <a:pt x="6269022" y="1155700"/>
                  </a:lnTo>
                  <a:lnTo>
                    <a:pt x="6299311" y="1181100"/>
                  </a:lnTo>
                  <a:lnTo>
                    <a:pt x="6329195" y="1219200"/>
                  </a:lnTo>
                  <a:lnTo>
                    <a:pt x="6358669" y="1257300"/>
                  </a:lnTo>
                  <a:lnTo>
                    <a:pt x="6387730" y="1282700"/>
                  </a:lnTo>
                  <a:lnTo>
                    <a:pt x="6416374" y="1320800"/>
                  </a:lnTo>
                  <a:lnTo>
                    <a:pt x="6444597" y="1358900"/>
                  </a:lnTo>
                  <a:lnTo>
                    <a:pt x="6472395" y="1397000"/>
                  </a:lnTo>
                  <a:lnTo>
                    <a:pt x="6499764" y="1422400"/>
                  </a:lnTo>
                  <a:lnTo>
                    <a:pt x="6526700" y="1460500"/>
                  </a:lnTo>
                  <a:lnTo>
                    <a:pt x="6553200" y="1498600"/>
                  </a:lnTo>
                  <a:lnTo>
                    <a:pt x="6579258" y="1536700"/>
                  </a:lnTo>
                  <a:lnTo>
                    <a:pt x="6604873" y="1574800"/>
                  </a:lnTo>
                  <a:lnTo>
                    <a:pt x="6630039" y="1612900"/>
                  </a:lnTo>
                  <a:lnTo>
                    <a:pt x="6654752" y="1651000"/>
                  </a:lnTo>
                  <a:lnTo>
                    <a:pt x="6679009" y="1689100"/>
                  </a:lnTo>
                  <a:lnTo>
                    <a:pt x="6702807" y="1727200"/>
                  </a:lnTo>
                  <a:lnTo>
                    <a:pt x="6726140" y="1765300"/>
                  </a:lnTo>
                  <a:lnTo>
                    <a:pt x="6749005" y="1803400"/>
                  </a:lnTo>
                  <a:lnTo>
                    <a:pt x="6771398" y="1841500"/>
                  </a:lnTo>
                  <a:lnTo>
                    <a:pt x="6793316" y="1879600"/>
                  </a:lnTo>
                  <a:lnTo>
                    <a:pt x="6814754" y="1917700"/>
                  </a:lnTo>
                  <a:lnTo>
                    <a:pt x="6835708" y="1955800"/>
                  </a:lnTo>
                  <a:lnTo>
                    <a:pt x="6856175" y="2006600"/>
                  </a:lnTo>
                  <a:lnTo>
                    <a:pt x="6876150" y="2044700"/>
                  </a:lnTo>
                  <a:lnTo>
                    <a:pt x="6895630" y="2082800"/>
                  </a:lnTo>
                  <a:lnTo>
                    <a:pt x="6914611" y="2120900"/>
                  </a:lnTo>
                  <a:lnTo>
                    <a:pt x="6933089" y="2159000"/>
                  </a:lnTo>
                  <a:lnTo>
                    <a:pt x="6951060" y="2209800"/>
                  </a:lnTo>
                  <a:lnTo>
                    <a:pt x="6968519" y="2247900"/>
                  </a:lnTo>
                  <a:lnTo>
                    <a:pt x="6985464" y="2286000"/>
                  </a:lnTo>
                  <a:lnTo>
                    <a:pt x="7001891" y="2336800"/>
                  </a:lnTo>
                  <a:lnTo>
                    <a:pt x="7017794" y="2374900"/>
                  </a:lnTo>
                  <a:lnTo>
                    <a:pt x="7033171" y="2425700"/>
                  </a:lnTo>
                  <a:lnTo>
                    <a:pt x="7048018" y="2463800"/>
                  </a:lnTo>
                  <a:lnTo>
                    <a:pt x="7062330" y="2501900"/>
                  </a:lnTo>
                  <a:lnTo>
                    <a:pt x="7076104" y="2552700"/>
                  </a:lnTo>
                  <a:lnTo>
                    <a:pt x="7089336" y="2590800"/>
                  </a:lnTo>
                  <a:lnTo>
                    <a:pt x="7102021" y="2641600"/>
                  </a:lnTo>
                  <a:lnTo>
                    <a:pt x="7114157" y="2679700"/>
                  </a:lnTo>
                  <a:lnTo>
                    <a:pt x="7125739" y="2730500"/>
                  </a:lnTo>
                  <a:lnTo>
                    <a:pt x="7136763" y="2768600"/>
                  </a:lnTo>
                  <a:lnTo>
                    <a:pt x="7147225" y="2819400"/>
                  </a:lnTo>
                  <a:lnTo>
                    <a:pt x="7157121" y="2857500"/>
                  </a:lnTo>
                  <a:lnTo>
                    <a:pt x="7166449" y="2908300"/>
                  </a:lnTo>
                  <a:lnTo>
                    <a:pt x="7175202" y="2959100"/>
                  </a:lnTo>
                  <a:lnTo>
                    <a:pt x="7183378" y="2997200"/>
                  </a:lnTo>
                  <a:lnTo>
                    <a:pt x="7190974" y="3048000"/>
                  </a:lnTo>
                  <a:lnTo>
                    <a:pt x="7197983" y="3098800"/>
                  </a:lnTo>
                  <a:lnTo>
                    <a:pt x="7204404" y="3136900"/>
                  </a:lnTo>
                  <a:lnTo>
                    <a:pt x="7210232" y="3187700"/>
                  </a:lnTo>
                  <a:lnTo>
                    <a:pt x="7215463" y="3238500"/>
                  </a:lnTo>
                  <a:lnTo>
                    <a:pt x="7220093" y="3276600"/>
                  </a:lnTo>
                  <a:lnTo>
                    <a:pt x="7224119" y="3327400"/>
                  </a:lnTo>
                  <a:lnTo>
                    <a:pt x="7227536" y="3378200"/>
                  </a:lnTo>
                  <a:lnTo>
                    <a:pt x="7230340" y="3429000"/>
                  </a:lnTo>
                  <a:lnTo>
                    <a:pt x="7232528" y="3467100"/>
                  </a:lnTo>
                  <a:lnTo>
                    <a:pt x="7234096" y="3517900"/>
                  </a:lnTo>
                  <a:lnTo>
                    <a:pt x="7235039" y="3568700"/>
                  </a:lnTo>
                  <a:lnTo>
                    <a:pt x="7235355" y="3619500"/>
                  </a:lnTo>
                  <a:lnTo>
                    <a:pt x="7235039" y="3657600"/>
                  </a:lnTo>
                  <a:lnTo>
                    <a:pt x="7234096" y="3708400"/>
                  </a:lnTo>
                  <a:lnTo>
                    <a:pt x="7232528" y="3759200"/>
                  </a:lnTo>
                  <a:lnTo>
                    <a:pt x="7230340" y="3810000"/>
                  </a:lnTo>
                  <a:lnTo>
                    <a:pt x="7227536" y="3860800"/>
                  </a:lnTo>
                  <a:lnTo>
                    <a:pt x="7224119" y="3898900"/>
                  </a:lnTo>
                  <a:lnTo>
                    <a:pt x="7220093" y="3949700"/>
                  </a:lnTo>
                  <a:lnTo>
                    <a:pt x="7215463" y="4000500"/>
                  </a:lnTo>
                  <a:lnTo>
                    <a:pt x="7210232" y="4038600"/>
                  </a:lnTo>
                  <a:lnTo>
                    <a:pt x="7204404" y="4089400"/>
                  </a:lnTo>
                  <a:lnTo>
                    <a:pt x="7197983" y="4140200"/>
                  </a:lnTo>
                  <a:lnTo>
                    <a:pt x="7190974" y="4178300"/>
                  </a:lnTo>
                  <a:lnTo>
                    <a:pt x="7183378" y="4229100"/>
                  </a:lnTo>
                  <a:lnTo>
                    <a:pt x="7175202" y="4279900"/>
                  </a:lnTo>
                  <a:lnTo>
                    <a:pt x="7166449" y="4318000"/>
                  </a:lnTo>
                  <a:lnTo>
                    <a:pt x="7157121" y="4368800"/>
                  </a:lnTo>
                  <a:lnTo>
                    <a:pt x="7147225" y="4406900"/>
                  </a:lnTo>
                  <a:lnTo>
                    <a:pt x="7136763" y="4457700"/>
                  </a:lnTo>
                  <a:lnTo>
                    <a:pt x="7125739" y="4508500"/>
                  </a:lnTo>
                  <a:lnTo>
                    <a:pt x="7114157" y="4546600"/>
                  </a:lnTo>
                  <a:lnTo>
                    <a:pt x="7102021" y="4597400"/>
                  </a:lnTo>
                  <a:lnTo>
                    <a:pt x="7089336" y="4635500"/>
                  </a:lnTo>
                  <a:lnTo>
                    <a:pt x="7076104" y="4673600"/>
                  </a:lnTo>
                  <a:lnTo>
                    <a:pt x="7062330" y="4724400"/>
                  </a:lnTo>
                  <a:lnTo>
                    <a:pt x="7048018" y="4762500"/>
                  </a:lnTo>
                  <a:lnTo>
                    <a:pt x="7033171" y="4813300"/>
                  </a:lnTo>
                  <a:lnTo>
                    <a:pt x="7017794" y="4851400"/>
                  </a:lnTo>
                  <a:lnTo>
                    <a:pt x="7001891" y="4902200"/>
                  </a:lnTo>
                  <a:lnTo>
                    <a:pt x="6985464" y="4940300"/>
                  </a:lnTo>
                  <a:lnTo>
                    <a:pt x="6968519" y="4978400"/>
                  </a:lnTo>
                  <a:lnTo>
                    <a:pt x="6951060" y="5029200"/>
                  </a:lnTo>
                  <a:lnTo>
                    <a:pt x="6933089" y="5067300"/>
                  </a:lnTo>
                  <a:lnTo>
                    <a:pt x="6914611" y="5105400"/>
                  </a:lnTo>
                  <a:lnTo>
                    <a:pt x="6895630" y="5143500"/>
                  </a:lnTo>
                  <a:lnTo>
                    <a:pt x="6876150" y="5194300"/>
                  </a:lnTo>
                  <a:lnTo>
                    <a:pt x="6856175" y="5232400"/>
                  </a:lnTo>
                  <a:lnTo>
                    <a:pt x="6835708" y="5270500"/>
                  </a:lnTo>
                  <a:lnTo>
                    <a:pt x="6814754" y="5308600"/>
                  </a:lnTo>
                  <a:lnTo>
                    <a:pt x="6793316" y="5346700"/>
                  </a:lnTo>
                  <a:lnTo>
                    <a:pt x="6771398" y="5384800"/>
                  </a:lnTo>
                  <a:lnTo>
                    <a:pt x="6749005" y="5422900"/>
                  </a:lnTo>
                  <a:lnTo>
                    <a:pt x="6726140" y="5461000"/>
                  </a:lnTo>
                  <a:lnTo>
                    <a:pt x="6702807" y="5499100"/>
                  </a:lnTo>
                  <a:lnTo>
                    <a:pt x="6679009" y="5537200"/>
                  </a:lnTo>
                  <a:lnTo>
                    <a:pt x="6654752" y="5575300"/>
                  </a:lnTo>
                  <a:lnTo>
                    <a:pt x="6630039" y="5613400"/>
                  </a:lnTo>
                  <a:lnTo>
                    <a:pt x="6604873" y="5651500"/>
                  </a:lnTo>
                  <a:lnTo>
                    <a:pt x="6579258" y="5689600"/>
                  </a:lnTo>
                  <a:lnTo>
                    <a:pt x="6553200" y="5727700"/>
                  </a:lnTo>
                  <a:lnTo>
                    <a:pt x="6526700" y="5765800"/>
                  </a:lnTo>
                  <a:lnTo>
                    <a:pt x="6499764" y="5803900"/>
                  </a:lnTo>
                  <a:lnTo>
                    <a:pt x="6472395" y="5842000"/>
                  </a:lnTo>
                  <a:lnTo>
                    <a:pt x="6444597" y="5867400"/>
                  </a:lnTo>
                  <a:lnTo>
                    <a:pt x="6416374" y="5905500"/>
                  </a:lnTo>
                  <a:lnTo>
                    <a:pt x="6387730" y="5943600"/>
                  </a:lnTo>
                  <a:lnTo>
                    <a:pt x="6358669" y="5981700"/>
                  </a:lnTo>
                  <a:lnTo>
                    <a:pt x="6329195" y="6007100"/>
                  </a:lnTo>
                  <a:lnTo>
                    <a:pt x="6299311" y="6045200"/>
                  </a:lnTo>
                  <a:lnTo>
                    <a:pt x="6269022" y="6070600"/>
                  </a:lnTo>
                  <a:lnTo>
                    <a:pt x="6238331" y="6108700"/>
                  </a:lnTo>
                  <a:lnTo>
                    <a:pt x="6207243" y="6146800"/>
                  </a:lnTo>
                  <a:lnTo>
                    <a:pt x="6175761" y="6172200"/>
                  </a:lnTo>
                  <a:lnTo>
                    <a:pt x="6143889" y="6210300"/>
                  </a:lnTo>
                  <a:lnTo>
                    <a:pt x="6078991" y="6261100"/>
                  </a:lnTo>
                  <a:lnTo>
                    <a:pt x="6045973" y="6299200"/>
                  </a:lnTo>
                  <a:lnTo>
                    <a:pt x="5978819" y="6350000"/>
                  </a:lnTo>
                  <a:lnTo>
                    <a:pt x="5944690" y="6388100"/>
                  </a:lnTo>
                  <a:lnTo>
                    <a:pt x="5910199" y="6413500"/>
                  </a:lnTo>
                  <a:lnTo>
                    <a:pt x="5840144" y="6464300"/>
                  </a:lnTo>
                  <a:lnTo>
                    <a:pt x="5804589" y="6502400"/>
                  </a:lnTo>
                  <a:lnTo>
                    <a:pt x="5732442" y="6553200"/>
                  </a:lnTo>
                  <a:lnTo>
                    <a:pt x="5621688" y="6629400"/>
                  </a:lnTo>
                  <a:lnTo>
                    <a:pt x="5507988" y="6705600"/>
                  </a:lnTo>
                  <a:lnTo>
                    <a:pt x="5469452" y="6718300"/>
                  </a:lnTo>
                  <a:lnTo>
                    <a:pt x="5351988" y="6794500"/>
                  </a:lnTo>
                  <a:lnTo>
                    <a:pt x="5312229" y="6807200"/>
                  </a:lnTo>
                  <a:lnTo>
                    <a:pt x="5231825" y="6858000"/>
                  </a:lnTo>
                  <a:lnTo>
                    <a:pt x="5191189" y="6870700"/>
                  </a:lnTo>
                  <a:lnTo>
                    <a:pt x="5150268" y="6896100"/>
                  </a:lnTo>
                  <a:lnTo>
                    <a:pt x="5109067" y="6908800"/>
                  </a:lnTo>
                  <a:lnTo>
                    <a:pt x="5067590" y="6934200"/>
                  </a:lnTo>
                  <a:lnTo>
                    <a:pt x="4983821" y="6959600"/>
                  </a:lnTo>
                  <a:lnTo>
                    <a:pt x="4941537" y="6985000"/>
                  </a:lnTo>
                  <a:lnTo>
                    <a:pt x="4856191" y="7010400"/>
                  </a:lnTo>
                  <a:lnTo>
                    <a:pt x="4813136" y="7035800"/>
                  </a:lnTo>
                  <a:lnTo>
                    <a:pt x="4414900" y="7150100"/>
                  </a:lnTo>
                  <a:close/>
                </a:path>
                <a:path w="7235825" h="7226300">
                  <a:moveTo>
                    <a:pt x="4278161" y="7175500"/>
                  </a:moveTo>
                  <a:lnTo>
                    <a:pt x="2957192" y="7175500"/>
                  </a:lnTo>
                  <a:lnTo>
                    <a:pt x="2865824" y="7150100"/>
                  </a:lnTo>
                  <a:lnTo>
                    <a:pt x="4369529" y="7150100"/>
                  </a:lnTo>
                  <a:lnTo>
                    <a:pt x="4278161" y="7175500"/>
                  </a:lnTo>
                  <a:close/>
                </a:path>
                <a:path w="7235825" h="7226300">
                  <a:moveTo>
                    <a:pt x="4139601" y="7200900"/>
                  </a:moveTo>
                  <a:lnTo>
                    <a:pt x="3095751" y="7200900"/>
                  </a:lnTo>
                  <a:lnTo>
                    <a:pt x="3003181" y="7175500"/>
                  </a:lnTo>
                  <a:lnTo>
                    <a:pt x="4232171" y="7175500"/>
                  </a:lnTo>
                  <a:lnTo>
                    <a:pt x="4139601" y="7200900"/>
                  </a:lnTo>
                  <a:close/>
                </a:path>
                <a:path w="7235825" h="7226300">
                  <a:moveTo>
                    <a:pt x="4046269" y="7213600"/>
                  </a:moveTo>
                  <a:lnTo>
                    <a:pt x="3189084" y="7213600"/>
                  </a:lnTo>
                  <a:lnTo>
                    <a:pt x="3142324" y="7200900"/>
                  </a:lnTo>
                  <a:lnTo>
                    <a:pt x="4093028" y="7200900"/>
                  </a:lnTo>
                  <a:lnTo>
                    <a:pt x="4046269" y="7213600"/>
                  </a:lnTo>
                  <a:close/>
                </a:path>
                <a:path w="7235825" h="7226300">
                  <a:moveTo>
                    <a:pt x="3904909" y="7226300"/>
                  </a:moveTo>
                  <a:lnTo>
                    <a:pt x="3330444" y="7226300"/>
                  </a:lnTo>
                  <a:lnTo>
                    <a:pt x="3283147" y="7213600"/>
                  </a:lnTo>
                  <a:lnTo>
                    <a:pt x="3952205" y="7213600"/>
                  </a:lnTo>
                  <a:lnTo>
                    <a:pt x="3904909" y="72263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08737" y="2521648"/>
              <a:ext cx="6367147" cy="63626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28687" y="5454687"/>
              <a:ext cx="8980170" cy="671830"/>
            </a:xfrm>
            <a:custGeom>
              <a:avLst/>
              <a:gdLst/>
              <a:ahLst/>
              <a:cxnLst/>
              <a:rect l="l" t="t" r="r" b="b"/>
              <a:pathLst>
                <a:path w="8980170" h="671829">
                  <a:moveTo>
                    <a:pt x="4576178" y="318744"/>
                  </a:moveTo>
                  <a:lnTo>
                    <a:pt x="4563211" y="238861"/>
                  </a:lnTo>
                  <a:lnTo>
                    <a:pt x="4546219" y="194271"/>
                  </a:lnTo>
                  <a:lnTo>
                    <a:pt x="4523321" y="152984"/>
                  </a:lnTo>
                  <a:lnTo>
                    <a:pt x="4495050" y="115506"/>
                  </a:lnTo>
                  <a:lnTo>
                    <a:pt x="4461916" y="82372"/>
                  </a:lnTo>
                  <a:lnTo>
                    <a:pt x="4424451" y="54102"/>
                  </a:lnTo>
                  <a:lnTo>
                    <a:pt x="4383163" y="31216"/>
                  </a:lnTo>
                  <a:lnTo>
                    <a:pt x="4338574" y="14211"/>
                  </a:lnTo>
                  <a:lnTo>
                    <a:pt x="4291203" y="3632"/>
                  </a:lnTo>
                  <a:lnTo>
                    <a:pt x="4241571" y="0"/>
                  </a:lnTo>
                  <a:lnTo>
                    <a:pt x="335876" y="0"/>
                  </a:lnTo>
                  <a:lnTo>
                    <a:pt x="286245" y="3632"/>
                  </a:lnTo>
                  <a:lnTo>
                    <a:pt x="238874" y="14211"/>
                  </a:lnTo>
                  <a:lnTo>
                    <a:pt x="194284" y="31216"/>
                  </a:lnTo>
                  <a:lnTo>
                    <a:pt x="152984" y="54102"/>
                  </a:lnTo>
                  <a:lnTo>
                    <a:pt x="115519" y="82372"/>
                  </a:lnTo>
                  <a:lnTo>
                    <a:pt x="82384" y="115506"/>
                  </a:lnTo>
                  <a:lnTo>
                    <a:pt x="54114" y="152984"/>
                  </a:lnTo>
                  <a:lnTo>
                    <a:pt x="31216" y="194271"/>
                  </a:lnTo>
                  <a:lnTo>
                    <a:pt x="14224" y="238861"/>
                  </a:lnTo>
                  <a:lnTo>
                    <a:pt x="3644" y="286232"/>
                  </a:lnTo>
                  <a:lnTo>
                    <a:pt x="0" y="335864"/>
                  </a:lnTo>
                  <a:lnTo>
                    <a:pt x="3644" y="385495"/>
                  </a:lnTo>
                  <a:lnTo>
                    <a:pt x="14224" y="432866"/>
                  </a:lnTo>
                  <a:lnTo>
                    <a:pt x="31216" y="477456"/>
                  </a:lnTo>
                  <a:lnTo>
                    <a:pt x="54114" y="518744"/>
                  </a:lnTo>
                  <a:lnTo>
                    <a:pt x="82384" y="556209"/>
                  </a:lnTo>
                  <a:lnTo>
                    <a:pt x="115519" y="589343"/>
                  </a:lnTo>
                  <a:lnTo>
                    <a:pt x="152984" y="617613"/>
                  </a:lnTo>
                  <a:lnTo>
                    <a:pt x="194284" y="640511"/>
                  </a:lnTo>
                  <a:lnTo>
                    <a:pt x="238874" y="657504"/>
                  </a:lnTo>
                  <a:lnTo>
                    <a:pt x="286245" y="668083"/>
                  </a:lnTo>
                  <a:lnTo>
                    <a:pt x="335876" y="671728"/>
                  </a:lnTo>
                  <a:lnTo>
                    <a:pt x="4241571" y="671728"/>
                  </a:lnTo>
                  <a:lnTo>
                    <a:pt x="4291203" y="668083"/>
                  </a:lnTo>
                  <a:lnTo>
                    <a:pt x="4338574" y="657504"/>
                  </a:lnTo>
                  <a:lnTo>
                    <a:pt x="4383163" y="640511"/>
                  </a:lnTo>
                  <a:lnTo>
                    <a:pt x="4424451" y="617613"/>
                  </a:lnTo>
                  <a:lnTo>
                    <a:pt x="4461916" y="589343"/>
                  </a:lnTo>
                  <a:lnTo>
                    <a:pt x="4495050" y="556209"/>
                  </a:lnTo>
                  <a:lnTo>
                    <a:pt x="4523321" y="518744"/>
                  </a:lnTo>
                  <a:lnTo>
                    <a:pt x="4546219" y="477456"/>
                  </a:lnTo>
                  <a:lnTo>
                    <a:pt x="4563211" y="432866"/>
                  </a:lnTo>
                  <a:lnTo>
                    <a:pt x="4573790" y="385495"/>
                  </a:lnTo>
                  <a:lnTo>
                    <a:pt x="4576178" y="352983"/>
                  </a:lnTo>
                  <a:lnTo>
                    <a:pt x="4576178" y="318744"/>
                  </a:lnTo>
                  <a:close/>
                </a:path>
                <a:path w="8980170" h="671829">
                  <a:moveTo>
                    <a:pt x="8980018" y="335864"/>
                  </a:moveTo>
                  <a:lnTo>
                    <a:pt x="8976373" y="286232"/>
                  </a:lnTo>
                  <a:lnTo>
                    <a:pt x="8965794" y="238861"/>
                  </a:lnTo>
                  <a:lnTo>
                    <a:pt x="8948801" y="194271"/>
                  </a:lnTo>
                  <a:lnTo>
                    <a:pt x="8925903" y="152984"/>
                  </a:lnTo>
                  <a:lnTo>
                    <a:pt x="8897633" y="115506"/>
                  </a:lnTo>
                  <a:lnTo>
                    <a:pt x="8864498" y="82372"/>
                  </a:lnTo>
                  <a:lnTo>
                    <a:pt x="8827033" y="54102"/>
                  </a:lnTo>
                  <a:lnTo>
                    <a:pt x="8785746" y="31216"/>
                  </a:lnTo>
                  <a:lnTo>
                    <a:pt x="8741156" y="14211"/>
                  </a:lnTo>
                  <a:lnTo>
                    <a:pt x="8693785" y="3632"/>
                  </a:lnTo>
                  <a:lnTo>
                    <a:pt x="8644153" y="0"/>
                  </a:lnTo>
                  <a:lnTo>
                    <a:pt x="5546293" y="0"/>
                  </a:lnTo>
                  <a:lnTo>
                    <a:pt x="5496661" y="3632"/>
                  </a:lnTo>
                  <a:lnTo>
                    <a:pt x="5449290" y="14211"/>
                  </a:lnTo>
                  <a:lnTo>
                    <a:pt x="5404701" y="31216"/>
                  </a:lnTo>
                  <a:lnTo>
                    <a:pt x="5363413" y="54102"/>
                  </a:lnTo>
                  <a:lnTo>
                    <a:pt x="5325935" y="82372"/>
                  </a:lnTo>
                  <a:lnTo>
                    <a:pt x="5292814" y="115506"/>
                  </a:lnTo>
                  <a:lnTo>
                    <a:pt x="5264531" y="152984"/>
                  </a:lnTo>
                  <a:lnTo>
                    <a:pt x="5241645" y="194271"/>
                  </a:lnTo>
                  <a:lnTo>
                    <a:pt x="5224640" y="238861"/>
                  </a:lnTo>
                  <a:lnTo>
                    <a:pt x="5214061" y="286232"/>
                  </a:lnTo>
                  <a:lnTo>
                    <a:pt x="5210429" y="335864"/>
                  </a:lnTo>
                  <a:lnTo>
                    <a:pt x="5214061" y="385495"/>
                  </a:lnTo>
                  <a:lnTo>
                    <a:pt x="5224640" y="432866"/>
                  </a:lnTo>
                  <a:lnTo>
                    <a:pt x="5241645" y="477456"/>
                  </a:lnTo>
                  <a:lnTo>
                    <a:pt x="5264531" y="518744"/>
                  </a:lnTo>
                  <a:lnTo>
                    <a:pt x="5292814" y="556209"/>
                  </a:lnTo>
                  <a:lnTo>
                    <a:pt x="5325935" y="589343"/>
                  </a:lnTo>
                  <a:lnTo>
                    <a:pt x="5363413" y="617613"/>
                  </a:lnTo>
                  <a:lnTo>
                    <a:pt x="5404701" y="640511"/>
                  </a:lnTo>
                  <a:lnTo>
                    <a:pt x="5449290" y="657504"/>
                  </a:lnTo>
                  <a:lnTo>
                    <a:pt x="5496661" y="668083"/>
                  </a:lnTo>
                  <a:lnTo>
                    <a:pt x="5546293" y="671728"/>
                  </a:lnTo>
                  <a:lnTo>
                    <a:pt x="8644153" y="671728"/>
                  </a:lnTo>
                  <a:lnTo>
                    <a:pt x="8693785" y="668083"/>
                  </a:lnTo>
                  <a:lnTo>
                    <a:pt x="8741156" y="657504"/>
                  </a:lnTo>
                  <a:lnTo>
                    <a:pt x="8785746" y="640511"/>
                  </a:lnTo>
                  <a:lnTo>
                    <a:pt x="8827033" y="617613"/>
                  </a:lnTo>
                  <a:lnTo>
                    <a:pt x="8864498" y="589343"/>
                  </a:lnTo>
                  <a:lnTo>
                    <a:pt x="8897633" y="556209"/>
                  </a:lnTo>
                  <a:lnTo>
                    <a:pt x="8925903" y="518744"/>
                  </a:lnTo>
                  <a:lnTo>
                    <a:pt x="8948801" y="477456"/>
                  </a:lnTo>
                  <a:lnTo>
                    <a:pt x="8965794" y="432866"/>
                  </a:lnTo>
                  <a:lnTo>
                    <a:pt x="8976373" y="385495"/>
                  </a:lnTo>
                  <a:lnTo>
                    <a:pt x="8980018" y="335864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16000" y="2830487"/>
            <a:ext cx="9249410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50" dirty="0">
                <a:latin typeface="Lucida Sans Unicode"/>
                <a:cs typeface="Lucida Sans Unicode"/>
              </a:rPr>
              <a:t>Streamline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your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workforce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operations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comprehensive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staff </a:t>
            </a:r>
            <a:r>
              <a:rPr sz="2300" spc="130" dirty="0">
                <a:latin typeface="Lucida Sans Unicode"/>
                <a:cs typeface="Lucida Sans Unicode"/>
              </a:rPr>
              <a:t>management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-50" dirty="0">
                <a:latin typeface="Lucida Sans Unicode"/>
                <a:cs typeface="Lucida Sans Unicode"/>
              </a:rPr>
              <a:t>tools.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Our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integrated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system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handles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scheduling, </a:t>
            </a:r>
            <a:r>
              <a:rPr sz="2300" spc="105" dirty="0">
                <a:latin typeface="Lucida Sans Unicode"/>
                <a:cs typeface="Lucida Sans Unicode"/>
              </a:rPr>
              <a:t>attendance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tracking,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payroll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integration,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performance </a:t>
            </a:r>
            <a:r>
              <a:rPr sz="2300" dirty="0">
                <a:latin typeface="Lucida Sans Unicode"/>
                <a:cs typeface="Lucida Sans Unicode"/>
              </a:rPr>
              <a:t>monitoring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ensure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your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hospital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runs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efficiently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40" dirty="0">
                <a:latin typeface="Lucida Sans Unicode"/>
                <a:cs typeface="Lucida Sans Unicode"/>
              </a:rPr>
              <a:t>optimal </a:t>
            </a:r>
            <a:r>
              <a:rPr sz="2300" dirty="0">
                <a:latin typeface="Lucida Sans Unicode"/>
                <a:cs typeface="Lucida Sans Unicode"/>
              </a:rPr>
              <a:t>staffing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levels.</a:t>
            </a:r>
            <a:endParaRPr sz="2300" dirty="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Staff</a:t>
            </a:r>
            <a:r>
              <a:rPr spc="-1100" dirty="0"/>
              <a:t> </a:t>
            </a:r>
            <a:r>
              <a:rPr spc="445" dirty="0"/>
              <a:t>Management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28851" y="5564471"/>
            <a:ext cx="277749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114" dirty="0">
                <a:solidFill>
                  <a:srgbClr val="FFFFFF"/>
                </a:solidFill>
                <a:latin typeface="Trebuchet MS"/>
                <a:cs typeface="Trebuchet MS"/>
              </a:rPr>
              <a:t>Smart</a:t>
            </a:r>
            <a:r>
              <a:rPr sz="2550" b="1" spc="-3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b="1" spc="60" dirty="0">
                <a:solidFill>
                  <a:srgbClr val="FFFFFF"/>
                </a:solidFill>
                <a:latin typeface="Trebuchet MS"/>
                <a:cs typeface="Trebuchet MS"/>
              </a:rPr>
              <a:t>Scheduling</a:t>
            </a:r>
            <a:endParaRPr sz="255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1657" y="5588988"/>
            <a:ext cx="283654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" dirty="0">
                <a:solidFill>
                  <a:srgbClr val="FFFFFF"/>
                </a:solidFill>
                <a:latin typeface="Trebuchet MS"/>
                <a:cs typeface="Trebuchet MS"/>
              </a:rPr>
              <a:t>Payroll</a:t>
            </a:r>
            <a:r>
              <a:rPr sz="2550" b="1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2550" dirty="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078720" y="640207"/>
            <a:ext cx="1371600" cy="8742680"/>
            <a:chOff x="16078720" y="640207"/>
            <a:chExt cx="1371600" cy="8742680"/>
          </a:xfrm>
        </p:grpSpPr>
        <p:sp>
          <p:nvSpPr>
            <p:cNvPr id="17" name="object 17"/>
            <p:cNvSpPr/>
            <p:nvPr/>
          </p:nvSpPr>
          <p:spPr>
            <a:xfrm>
              <a:off x="16703057" y="8634947"/>
              <a:ext cx="746125" cy="748030"/>
            </a:xfrm>
            <a:custGeom>
              <a:avLst/>
              <a:gdLst/>
              <a:ahLst/>
              <a:cxnLst/>
              <a:rect l="l" t="t" r="r" b="b"/>
              <a:pathLst>
                <a:path w="746125" h="748029">
                  <a:moveTo>
                    <a:pt x="163921" y="47102"/>
                  </a:moveTo>
                  <a:lnTo>
                    <a:pt x="154754" y="45251"/>
                  </a:lnTo>
                  <a:lnTo>
                    <a:pt x="147268" y="40203"/>
                  </a:lnTo>
                  <a:lnTo>
                    <a:pt x="142221" y="32717"/>
                  </a:lnTo>
                  <a:lnTo>
                    <a:pt x="140370" y="23551"/>
                  </a:lnTo>
                  <a:lnTo>
                    <a:pt x="142221" y="14383"/>
                  </a:lnTo>
                  <a:lnTo>
                    <a:pt x="147268" y="6897"/>
                  </a:lnTo>
                  <a:lnTo>
                    <a:pt x="154754" y="1850"/>
                  </a:lnTo>
                  <a:lnTo>
                    <a:pt x="163921" y="0"/>
                  </a:lnTo>
                  <a:lnTo>
                    <a:pt x="173088" y="1850"/>
                  </a:lnTo>
                  <a:lnTo>
                    <a:pt x="180574" y="6897"/>
                  </a:lnTo>
                  <a:lnTo>
                    <a:pt x="185622" y="14383"/>
                  </a:lnTo>
                  <a:lnTo>
                    <a:pt x="187472" y="23551"/>
                  </a:lnTo>
                  <a:lnTo>
                    <a:pt x="185622" y="32717"/>
                  </a:lnTo>
                  <a:lnTo>
                    <a:pt x="180574" y="40203"/>
                  </a:lnTo>
                  <a:lnTo>
                    <a:pt x="173088" y="45251"/>
                  </a:lnTo>
                  <a:lnTo>
                    <a:pt x="163921" y="47102"/>
                  </a:lnTo>
                  <a:close/>
                </a:path>
                <a:path w="746125" h="748029">
                  <a:moveTo>
                    <a:pt x="23550" y="47102"/>
                  </a:moveTo>
                  <a:lnTo>
                    <a:pt x="14383" y="45251"/>
                  </a:lnTo>
                  <a:lnTo>
                    <a:pt x="6897" y="40203"/>
                  </a:lnTo>
                  <a:lnTo>
                    <a:pt x="1850" y="32717"/>
                  </a:lnTo>
                  <a:lnTo>
                    <a:pt x="0" y="23551"/>
                  </a:lnTo>
                  <a:lnTo>
                    <a:pt x="1850" y="14383"/>
                  </a:lnTo>
                  <a:lnTo>
                    <a:pt x="6897" y="6897"/>
                  </a:lnTo>
                  <a:lnTo>
                    <a:pt x="14383" y="1850"/>
                  </a:lnTo>
                  <a:lnTo>
                    <a:pt x="23550" y="0"/>
                  </a:lnTo>
                  <a:lnTo>
                    <a:pt x="32717" y="1850"/>
                  </a:lnTo>
                  <a:lnTo>
                    <a:pt x="40203" y="6897"/>
                  </a:lnTo>
                  <a:lnTo>
                    <a:pt x="45251" y="14383"/>
                  </a:lnTo>
                  <a:lnTo>
                    <a:pt x="47101" y="23551"/>
                  </a:lnTo>
                  <a:lnTo>
                    <a:pt x="45251" y="32717"/>
                  </a:lnTo>
                  <a:lnTo>
                    <a:pt x="40203" y="40203"/>
                  </a:lnTo>
                  <a:lnTo>
                    <a:pt x="32717" y="45251"/>
                  </a:lnTo>
                  <a:lnTo>
                    <a:pt x="23550" y="47102"/>
                  </a:lnTo>
                  <a:close/>
                </a:path>
                <a:path w="746125" h="748029">
                  <a:moveTo>
                    <a:pt x="304292" y="47102"/>
                  </a:moveTo>
                  <a:lnTo>
                    <a:pt x="295126" y="45251"/>
                  </a:lnTo>
                  <a:lnTo>
                    <a:pt x="287640" y="40203"/>
                  </a:lnTo>
                  <a:lnTo>
                    <a:pt x="282592" y="32717"/>
                  </a:lnTo>
                  <a:lnTo>
                    <a:pt x="280741" y="23551"/>
                  </a:lnTo>
                  <a:lnTo>
                    <a:pt x="282592" y="14383"/>
                  </a:lnTo>
                  <a:lnTo>
                    <a:pt x="287640" y="6897"/>
                  </a:lnTo>
                  <a:lnTo>
                    <a:pt x="295126" y="1850"/>
                  </a:lnTo>
                  <a:lnTo>
                    <a:pt x="304292" y="0"/>
                  </a:lnTo>
                  <a:lnTo>
                    <a:pt x="313459" y="1850"/>
                  </a:lnTo>
                  <a:lnTo>
                    <a:pt x="320945" y="6897"/>
                  </a:lnTo>
                  <a:lnTo>
                    <a:pt x="325993" y="14383"/>
                  </a:lnTo>
                  <a:lnTo>
                    <a:pt x="327843" y="23551"/>
                  </a:lnTo>
                  <a:lnTo>
                    <a:pt x="325993" y="32717"/>
                  </a:lnTo>
                  <a:lnTo>
                    <a:pt x="320946" y="40203"/>
                  </a:lnTo>
                  <a:lnTo>
                    <a:pt x="313460" y="45251"/>
                  </a:lnTo>
                  <a:lnTo>
                    <a:pt x="304292" y="47102"/>
                  </a:lnTo>
                  <a:close/>
                </a:path>
                <a:path w="746125" h="748029">
                  <a:moveTo>
                    <a:pt x="582096" y="47102"/>
                  </a:moveTo>
                  <a:lnTo>
                    <a:pt x="572928" y="45251"/>
                  </a:lnTo>
                  <a:lnTo>
                    <a:pt x="565442" y="40203"/>
                  </a:lnTo>
                  <a:lnTo>
                    <a:pt x="560395" y="32717"/>
                  </a:lnTo>
                  <a:lnTo>
                    <a:pt x="558545" y="23551"/>
                  </a:lnTo>
                  <a:lnTo>
                    <a:pt x="560395" y="14383"/>
                  </a:lnTo>
                  <a:lnTo>
                    <a:pt x="565442" y="6897"/>
                  </a:lnTo>
                  <a:lnTo>
                    <a:pt x="572928" y="1850"/>
                  </a:lnTo>
                  <a:lnTo>
                    <a:pt x="582096" y="0"/>
                  </a:lnTo>
                  <a:lnTo>
                    <a:pt x="591262" y="1850"/>
                  </a:lnTo>
                  <a:lnTo>
                    <a:pt x="598749" y="6897"/>
                  </a:lnTo>
                  <a:lnTo>
                    <a:pt x="603796" y="14383"/>
                  </a:lnTo>
                  <a:lnTo>
                    <a:pt x="605647" y="23551"/>
                  </a:lnTo>
                  <a:lnTo>
                    <a:pt x="603796" y="32717"/>
                  </a:lnTo>
                  <a:lnTo>
                    <a:pt x="598749" y="40203"/>
                  </a:lnTo>
                  <a:lnTo>
                    <a:pt x="591263" y="45251"/>
                  </a:lnTo>
                  <a:lnTo>
                    <a:pt x="582096" y="47102"/>
                  </a:lnTo>
                  <a:close/>
                </a:path>
                <a:path w="746125" h="748029">
                  <a:moveTo>
                    <a:pt x="441725" y="47102"/>
                  </a:moveTo>
                  <a:lnTo>
                    <a:pt x="432558" y="45251"/>
                  </a:lnTo>
                  <a:lnTo>
                    <a:pt x="425072" y="40203"/>
                  </a:lnTo>
                  <a:lnTo>
                    <a:pt x="420024" y="32717"/>
                  </a:lnTo>
                  <a:lnTo>
                    <a:pt x="418174" y="23551"/>
                  </a:lnTo>
                  <a:lnTo>
                    <a:pt x="420024" y="14383"/>
                  </a:lnTo>
                  <a:lnTo>
                    <a:pt x="425071" y="6897"/>
                  </a:lnTo>
                  <a:lnTo>
                    <a:pt x="432557" y="1850"/>
                  </a:lnTo>
                  <a:lnTo>
                    <a:pt x="441725" y="0"/>
                  </a:lnTo>
                  <a:lnTo>
                    <a:pt x="450891" y="1850"/>
                  </a:lnTo>
                  <a:lnTo>
                    <a:pt x="458377" y="6897"/>
                  </a:lnTo>
                  <a:lnTo>
                    <a:pt x="463425" y="14383"/>
                  </a:lnTo>
                  <a:lnTo>
                    <a:pt x="465276" y="23551"/>
                  </a:lnTo>
                  <a:lnTo>
                    <a:pt x="463425" y="32717"/>
                  </a:lnTo>
                  <a:lnTo>
                    <a:pt x="458378" y="40203"/>
                  </a:lnTo>
                  <a:lnTo>
                    <a:pt x="450892" y="45251"/>
                  </a:lnTo>
                  <a:lnTo>
                    <a:pt x="441725" y="47102"/>
                  </a:lnTo>
                  <a:close/>
                </a:path>
                <a:path w="746125" h="748029">
                  <a:moveTo>
                    <a:pt x="722467" y="47102"/>
                  </a:moveTo>
                  <a:lnTo>
                    <a:pt x="713300" y="45251"/>
                  </a:lnTo>
                  <a:lnTo>
                    <a:pt x="705814" y="40203"/>
                  </a:lnTo>
                  <a:lnTo>
                    <a:pt x="700767" y="32717"/>
                  </a:lnTo>
                  <a:lnTo>
                    <a:pt x="698916" y="23551"/>
                  </a:lnTo>
                  <a:lnTo>
                    <a:pt x="700767" y="14383"/>
                  </a:lnTo>
                  <a:lnTo>
                    <a:pt x="705814" y="6897"/>
                  </a:lnTo>
                  <a:lnTo>
                    <a:pt x="713300" y="1850"/>
                  </a:lnTo>
                  <a:lnTo>
                    <a:pt x="722467" y="0"/>
                  </a:lnTo>
                  <a:lnTo>
                    <a:pt x="731634" y="1850"/>
                  </a:lnTo>
                  <a:lnTo>
                    <a:pt x="739120" y="6897"/>
                  </a:lnTo>
                  <a:lnTo>
                    <a:pt x="744167" y="14383"/>
                  </a:lnTo>
                  <a:lnTo>
                    <a:pt x="746018" y="23551"/>
                  </a:lnTo>
                  <a:lnTo>
                    <a:pt x="744167" y="32717"/>
                  </a:lnTo>
                  <a:lnTo>
                    <a:pt x="739120" y="40203"/>
                  </a:lnTo>
                  <a:lnTo>
                    <a:pt x="731634" y="45251"/>
                  </a:lnTo>
                  <a:lnTo>
                    <a:pt x="722467" y="47102"/>
                  </a:lnTo>
                  <a:close/>
                </a:path>
                <a:path w="746125" h="748029">
                  <a:moveTo>
                    <a:pt x="176113" y="747721"/>
                  </a:moveTo>
                  <a:lnTo>
                    <a:pt x="151730" y="747721"/>
                  </a:lnTo>
                  <a:lnTo>
                    <a:pt x="147268" y="744713"/>
                  </a:lnTo>
                  <a:lnTo>
                    <a:pt x="142221" y="737227"/>
                  </a:lnTo>
                  <a:lnTo>
                    <a:pt x="140370" y="728060"/>
                  </a:lnTo>
                  <a:lnTo>
                    <a:pt x="142221" y="718893"/>
                  </a:lnTo>
                  <a:lnTo>
                    <a:pt x="147268" y="711407"/>
                  </a:lnTo>
                  <a:lnTo>
                    <a:pt x="154754" y="706360"/>
                  </a:lnTo>
                  <a:lnTo>
                    <a:pt x="163921" y="704509"/>
                  </a:lnTo>
                  <a:lnTo>
                    <a:pt x="173088" y="706360"/>
                  </a:lnTo>
                  <a:lnTo>
                    <a:pt x="180574" y="711407"/>
                  </a:lnTo>
                  <a:lnTo>
                    <a:pt x="185622" y="718893"/>
                  </a:lnTo>
                  <a:lnTo>
                    <a:pt x="187472" y="728060"/>
                  </a:lnTo>
                  <a:lnTo>
                    <a:pt x="185622" y="737227"/>
                  </a:lnTo>
                  <a:lnTo>
                    <a:pt x="180574" y="744713"/>
                  </a:lnTo>
                  <a:lnTo>
                    <a:pt x="176113" y="747721"/>
                  </a:lnTo>
                  <a:close/>
                </a:path>
                <a:path w="746125" h="748029">
                  <a:moveTo>
                    <a:pt x="163921" y="611240"/>
                  </a:moveTo>
                  <a:lnTo>
                    <a:pt x="154754" y="609389"/>
                  </a:lnTo>
                  <a:lnTo>
                    <a:pt x="147268" y="604342"/>
                  </a:lnTo>
                  <a:lnTo>
                    <a:pt x="142221" y="596856"/>
                  </a:lnTo>
                  <a:lnTo>
                    <a:pt x="140370" y="587689"/>
                  </a:lnTo>
                  <a:lnTo>
                    <a:pt x="142221" y="578522"/>
                  </a:lnTo>
                  <a:lnTo>
                    <a:pt x="147268" y="571036"/>
                  </a:lnTo>
                  <a:lnTo>
                    <a:pt x="154754" y="565989"/>
                  </a:lnTo>
                  <a:lnTo>
                    <a:pt x="163921" y="564138"/>
                  </a:lnTo>
                  <a:lnTo>
                    <a:pt x="173088" y="565989"/>
                  </a:lnTo>
                  <a:lnTo>
                    <a:pt x="180574" y="571036"/>
                  </a:lnTo>
                  <a:lnTo>
                    <a:pt x="185622" y="578522"/>
                  </a:lnTo>
                  <a:lnTo>
                    <a:pt x="187472" y="587689"/>
                  </a:lnTo>
                  <a:lnTo>
                    <a:pt x="185622" y="596856"/>
                  </a:lnTo>
                  <a:lnTo>
                    <a:pt x="180574" y="604342"/>
                  </a:lnTo>
                  <a:lnTo>
                    <a:pt x="173088" y="609389"/>
                  </a:lnTo>
                  <a:lnTo>
                    <a:pt x="163921" y="611240"/>
                  </a:lnTo>
                  <a:close/>
                </a:path>
                <a:path w="746125" h="748029">
                  <a:moveTo>
                    <a:pt x="304292" y="611240"/>
                  </a:moveTo>
                  <a:lnTo>
                    <a:pt x="295126" y="609389"/>
                  </a:lnTo>
                  <a:lnTo>
                    <a:pt x="287640" y="604342"/>
                  </a:lnTo>
                  <a:lnTo>
                    <a:pt x="282592" y="596856"/>
                  </a:lnTo>
                  <a:lnTo>
                    <a:pt x="280741" y="587689"/>
                  </a:lnTo>
                  <a:lnTo>
                    <a:pt x="282592" y="578522"/>
                  </a:lnTo>
                  <a:lnTo>
                    <a:pt x="287640" y="571036"/>
                  </a:lnTo>
                  <a:lnTo>
                    <a:pt x="295126" y="565989"/>
                  </a:lnTo>
                  <a:lnTo>
                    <a:pt x="304292" y="564138"/>
                  </a:lnTo>
                  <a:lnTo>
                    <a:pt x="313460" y="565989"/>
                  </a:lnTo>
                  <a:lnTo>
                    <a:pt x="320946" y="571036"/>
                  </a:lnTo>
                  <a:lnTo>
                    <a:pt x="325993" y="578522"/>
                  </a:lnTo>
                  <a:lnTo>
                    <a:pt x="327843" y="587689"/>
                  </a:lnTo>
                  <a:lnTo>
                    <a:pt x="325993" y="596856"/>
                  </a:lnTo>
                  <a:lnTo>
                    <a:pt x="320946" y="604342"/>
                  </a:lnTo>
                  <a:lnTo>
                    <a:pt x="313460" y="609389"/>
                  </a:lnTo>
                  <a:lnTo>
                    <a:pt x="304292" y="611240"/>
                  </a:lnTo>
                  <a:close/>
                </a:path>
                <a:path w="746125" h="748029">
                  <a:moveTo>
                    <a:pt x="35742" y="747721"/>
                  </a:moveTo>
                  <a:lnTo>
                    <a:pt x="11359" y="747721"/>
                  </a:lnTo>
                  <a:lnTo>
                    <a:pt x="6897" y="744713"/>
                  </a:lnTo>
                  <a:lnTo>
                    <a:pt x="1850" y="737227"/>
                  </a:lnTo>
                  <a:lnTo>
                    <a:pt x="0" y="728060"/>
                  </a:lnTo>
                  <a:lnTo>
                    <a:pt x="1850" y="718893"/>
                  </a:lnTo>
                  <a:lnTo>
                    <a:pt x="6897" y="711407"/>
                  </a:lnTo>
                  <a:lnTo>
                    <a:pt x="14384" y="706360"/>
                  </a:lnTo>
                  <a:lnTo>
                    <a:pt x="23550" y="704509"/>
                  </a:lnTo>
                  <a:lnTo>
                    <a:pt x="32717" y="706360"/>
                  </a:lnTo>
                  <a:lnTo>
                    <a:pt x="40203" y="711407"/>
                  </a:lnTo>
                  <a:lnTo>
                    <a:pt x="45251" y="718893"/>
                  </a:lnTo>
                  <a:lnTo>
                    <a:pt x="47101" y="728060"/>
                  </a:lnTo>
                  <a:lnTo>
                    <a:pt x="45251" y="737227"/>
                  </a:lnTo>
                  <a:lnTo>
                    <a:pt x="40203" y="744713"/>
                  </a:lnTo>
                  <a:lnTo>
                    <a:pt x="35742" y="747721"/>
                  </a:lnTo>
                  <a:close/>
                </a:path>
                <a:path w="746125" h="748029">
                  <a:moveTo>
                    <a:pt x="316484" y="747721"/>
                  </a:moveTo>
                  <a:lnTo>
                    <a:pt x="292101" y="747721"/>
                  </a:lnTo>
                  <a:lnTo>
                    <a:pt x="287640" y="744713"/>
                  </a:lnTo>
                  <a:lnTo>
                    <a:pt x="282592" y="737227"/>
                  </a:lnTo>
                  <a:lnTo>
                    <a:pt x="280741" y="728060"/>
                  </a:lnTo>
                  <a:lnTo>
                    <a:pt x="282592" y="718893"/>
                  </a:lnTo>
                  <a:lnTo>
                    <a:pt x="287640" y="711407"/>
                  </a:lnTo>
                  <a:lnTo>
                    <a:pt x="295126" y="706360"/>
                  </a:lnTo>
                  <a:lnTo>
                    <a:pt x="304292" y="704509"/>
                  </a:lnTo>
                  <a:lnTo>
                    <a:pt x="313460" y="706360"/>
                  </a:lnTo>
                  <a:lnTo>
                    <a:pt x="320946" y="711407"/>
                  </a:lnTo>
                  <a:lnTo>
                    <a:pt x="325993" y="718893"/>
                  </a:lnTo>
                  <a:lnTo>
                    <a:pt x="327843" y="728060"/>
                  </a:lnTo>
                  <a:lnTo>
                    <a:pt x="325993" y="737227"/>
                  </a:lnTo>
                  <a:lnTo>
                    <a:pt x="320946" y="744713"/>
                  </a:lnTo>
                  <a:lnTo>
                    <a:pt x="316484" y="747721"/>
                  </a:lnTo>
                  <a:close/>
                </a:path>
                <a:path w="746125" h="748029">
                  <a:moveTo>
                    <a:pt x="23550" y="470869"/>
                  </a:moveTo>
                  <a:lnTo>
                    <a:pt x="14383" y="469018"/>
                  </a:lnTo>
                  <a:lnTo>
                    <a:pt x="6897" y="463971"/>
                  </a:lnTo>
                  <a:lnTo>
                    <a:pt x="1850" y="456485"/>
                  </a:lnTo>
                  <a:lnTo>
                    <a:pt x="0" y="447318"/>
                  </a:lnTo>
                  <a:lnTo>
                    <a:pt x="1850" y="438151"/>
                  </a:lnTo>
                  <a:lnTo>
                    <a:pt x="6897" y="430665"/>
                  </a:lnTo>
                  <a:lnTo>
                    <a:pt x="14383" y="425618"/>
                  </a:lnTo>
                  <a:lnTo>
                    <a:pt x="23550" y="423767"/>
                  </a:lnTo>
                  <a:lnTo>
                    <a:pt x="32717" y="425618"/>
                  </a:lnTo>
                  <a:lnTo>
                    <a:pt x="40203" y="430665"/>
                  </a:lnTo>
                  <a:lnTo>
                    <a:pt x="45251" y="438151"/>
                  </a:lnTo>
                  <a:lnTo>
                    <a:pt x="47101" y="447318"/>
                  </a:lnTo>
                  <a:lnTo>
                    <a:pt x="45251" y="456485"/>
                  </a:lnTo>
                  <a:lnTo>
                    <a:pt x="40203" y="463971"/>
                  </a:lnTo>
                  <a:lnTo>
                    <a:pt x="32717" y="469018"/>
                  </a:lnTo>
                  <a:lnTo>
                    <a:pt x="23550" y="470869"/>
                  </a:lnTo>
                  <a:close/>
                </a:path>
                <a:path w="746125" h="748029">
                  <a:moveTo>
                    <a:pt x="23550" y="611240"/>
                  </a:moveTo>
                  <a:lnTo>
                    <a:pt x="14383" y="609389"/>
                  </a:lnTo>
                  <a:lnTo>
                    <a:pt x="6897" y="604342"/>
                  </a:lnTo>
                  <a:lnTo>
                    <a:pt x="1850" y="596856"/>
                  </a:lnTo>
                  <a:lnTo>
                    <a:pt x="0" y="587689"/>
                  </a:lnTo>
                  <a:lnTo>
                    <a:pt x="1850" y="578522"/>
                  </a:lnTo>
                  <a:lnTo>
                    <a:pt x="6897" y="571036"/>
                  </a:lnTo>
                  <a:lnTo>
                    <a:pt x="14383" y="565989"/>
                  </a:lnTo>
                  <a:lnTo>
                    <a:pt x="23550" y="564138"/>
                  </a:lnTo>
                  <a:lnTo>
                    <a:pt x="32717" y="565989"/>
                  </a:lnTo>
                  <a:lnTo>
                    <a:pt x="40203" y="571036"/>
                  </a:lnTo>
                  <a:lnTo>
                    <a:pt x="45251" y="578522"/>
                  </a:lnTo>
                  <a:lnTo>
                    <a:pt x="47101" y="587689"/>
                  </a:lnTo>
                  <a:lnTo>
                    <a:pt x="45251" y="596856"/>
                  </a:lnTo>
                  <a:lnTo>
                    <a:pt x="40203" y="604342"/>
                  </a:lnTo>
                  <a:lnTo>
                    <a:pt x="32717" y="609389"/>
                  </a:lnTo>
                  <a:lnTo>
                    <a:pt x="23550" y="611240"/>
                  </a:lnTo>
                  <a:close/>
                </a:path>
                <a:path w="746125" h="748029">
                  <a:moveTo>
                    <a:pt x="304292" y="470869"/>
                  </a:moveTo>
                  <a:lnTo>
                    <a:pt x="295126" y="469018"/>
                  </a:lnTo>
                  <a:lnTo>
                    <a:pt x="287640" y="463971"/>
                  </a:lnTo>
                  <a:lnTo>
                    <a:pt x="282592" y="456485"/>
                  </a:lnTo>
                  <a:lnTo>
                    <a:pt x="280741" y="447318"/>
                  </a:lnTo>
                  <a:lnTo>
                    <a:pt x="282592" y="438151"/>
                  </a:lnTo>
                  <a:lnTo>
                    <a:pt x="287640" y="430665"/>
                  </a:lnTo>
                  <a:lnTo>
                    <a:pt x="295126" y="425618"/>
                  </a:lnTo>
                  <a:lnTo>
                    <a:pt x="304292" y="423767"/>
                  </a:lnTo>
                  <a:lnTo>
                    <a:pt x="313460" y="425618"/>
                  </a:lnTo>
                  <a:lnTo>
                    <a:pt x="320946" y="430665"/>
                  </a:lnTo>
                  <a:lnTo>
                    <a:pt x="325993" y="438151"/>
                  </a:lnTo>
                  <a:lnTo>
                    <a:pt x="327843" y="447318"/>
                  </a:lnTo>
                  <a:lnTo>
                    <a:pt x="325993" y="456485"/>
                  </a:lnTo>
                  <a:lnTo>
                    <a:pt x="320946" y="463971"/>
                  </a:lnTo>
                  <a:lnTo>
                    <a:pt x="313460" y="469018"/>
                  </a:lnTo>
                  <a:lnTo>
                    <a:pt x="304292" y="470869"/>
                  </a:lnTo>
                  <a:close/>
                </a:path>
                <a:path w="746125" h="748029">
                  <a:moveTo>
                    <a:pt x="163921" y="470869"/>
                  </a:moveTo>
                  <a:lnTo>
                    <a:pt x="154754" y="469018"/>
                  </a:lnTo>
                  <a:lnTo>
                    <a:pt x="147268" y="463971"/>
                  </a:lnTo>
                  <a:lnTo>
                    <a:pt x="142221" y="456485"/>
                  </a:lnTo>
                  <a:lnTo>
                    <a:pt x="140370" y="447318"/>
                  </a:lnTo>
                  <a:lnTo>
                    <a:pt x="142221" y="438151"/>
                  </a:lnTo>
                  <a:lnTo>
                    <a:pt x="147268" y="430665"/>
                  </a:lnTo>
                  <a:lnTo>
                    <a:pt x="154754" y="425618"/>
                  </a:lnTo>
                  <a:lnTo>
                    <a:pt x="163921" y="423767"/>
                  </a:lnTo>
                  <a:lnTo>
                    <a:pt x="173088" y="425618"/>
                  </a:lnTo>
                  <a:lnTo>
                    <a:pt x="180574" y="430665"/>
                  </a:lnTo>
                  <a:lnTo>
                    <a:pt x="185622" y="438151"/>
                  </a:lnTo>
                  <a:lnTo>
                    <a:pt x="187472" y="447318"/>
                  </a:lnTo>
                  <a:lnTo>
                    <a:pt x="185622" y="456485"/>
                  </a:lnTo>
                  <a:lnTo>
                    <a:pt x="180574" y="463971"/>
                  </a:lnTo>
                  <a:lnTo>
                    <a:pt x="173088" y="469018"/>
                  </a:lnTo>
                  <a:lnTo>
                    <a:pt x="163921" y="470869"/>
                  </a:lnTo>
                  <a:close/>
                </a:path>
                <a:path w="746125" h="748029">
                  <a:moveTo>
                    <a:pt x="304292" y="330498"/>
                  </a:moveTo>
                  <a:lnTo>
                    <a:pt x="295126" y="328647"/>
                  </a:lnTo>
                  <a:lnTo>
                    <a:pt x="287640" y="323600"/>
                  </a:lnTo>
                  <a:lnTo>
                    <a:pt x="282592" y="316114"/>
                  </a:lnTo>
                  <a:lnTo>
                    <a:pt x="280741" y="306947"/>
                  </a:lnTo>
                  <a:lnTo>
                    <a:pt x="282592" y="297780"/>
                  </a:lnTo>
                  <a:lnTo>
                    <a:pt x="287640" y="290294"/>
                  </a:lnTo>
                  <a:lnTo>
                    <a:pt x="295126" y="285247"/>
                  </a:lnTo>
                  <a:lnTo>
                    <a:pt x="304292" y="283396"/>
                  </a:lnTo>
                  <a:lnTo>
                    <a:pt x="313460" y="285247"/>
                  </a:lnTo>
                  <a:lnTo>
                    <a:pt x="320946" y="290294"/>
                  </a:lnTo>
                  <a:lnTo>
                    <a:pt x="325993" y="297780"/>
                  </a:lnTo>
                  <a:lnTo>
                    <a:pt x="327843" y="306947"/>
                  </a:lnTo>
                  <a:lnTo>
                    <a:pt x="325993" y="316114"/>
                  </a:lnTo>
                  <a:lnTo>
                    <a:pt x="320946" y="323600"/>
                  </a:lnTo>
                  <a:lnTo>
                    <a:pt x="313460" y="328647"/>
                  </a:lnTo>
                  <a:lnTo>
                    <a:pt x="304292" y="330498"/>
                  </a:lnTo>
                  <a:close/>
                </a:path>
                <a:path w="746125" h="748029">
                  <a:moveTo>
                    <a:pt x="23550" y="190126"/>
                  </a:moveTo>
                  <a:lnTo>
                    <a:pt x="14383" y="188275"/>
                  </a:lnTo>
                  <a:lnTo>
                    <a:pt x="6897" y="183228"/>
                  </a:lnTo>
                  <a:lnTo>
                    <a:pt x="1850" y="175742"/>
                  </a:lnTo>
                  <a:lnTo>
                    <a:pt x="0" y="166575"/>
                  </a:lnTo>
                  <a:lnTo>
                    <a:pt x="1850" y="157408"/>
                  </a:lnTo>
                  <a:lnTo>
                    <a:pt x="6897" y="149923"/>
                  </a:lnTo>
                  <a:lnTo>
                    <a:pt x="14383" y="144876"/>
                  </a:lnTo>
                  <a:lnTo>
                    <a:pt x="23550" y="143025"/>
                  </a:lnTo>
                  <a:lnTo>
                    <a:pt x="32717" y="144876"/>
                  </a:lnTo>
                  <a:lnTo>
                    <a:pt x="40203" y="149923"/>
                  </a:lnTo>
                  <a:lnTo>
                    <a:pt x="45251" y="157408"/>
                  </a:lnTo>
                  <a:lnTo>
                    <a:pt x="47101" y="166575"/>
                  </a:lnTo>
                  <a:lnTo>
                    <a:pt x="45251" y="175742"/>
                  </a:lnTo>
                  <a:lnTo>
                    <a:pt x="40203" y="183228"/>
                  </a:lnTo>
                  <a:lnTo>
                    <a:pt x="32717" y="188275"/>
                  </a:lnTo>
                  <a:lnTo>
                    <a:pt x="23550" y="190126"/>
                  </a:lnTo>
                  <a:close/>
                </a:path>
                <a:path w="746125" h="748029">
                  <a:moveTo>
                    <a:pt x="163921" y="190126"/>
                  </a:moveTo>
                  <a:lnTo>
                    <a:pt x="154754" y="188275"/>
                  </a:lnTo>
                  <a:lnTo>
                    <a:pt x="147268" y="183228"/>
                  </a:lnTo>
                  <a:lnTo>
                    <a:pt x="142221" y="175742"/>
                  </a:lnTo>
                  <a:lnTo>
                    <a:pt x="140370" y="166575"/>
                  </a:lnTo>
                  <a:lnTo>
                    <a:pt x="142221" y="157408"/>
                  </a:lnTo>
                  <a:lnTo>
                    <a:pt x="147268" y="149923"/>
                  </a:lnTo>
                  <a:lnTo>
                    <a:pt x="154754" y="144876"/>
                  </a:lnTo>
                  <a:lnTo>
                    <a:pt x="163921" y="143025"/>
                  </a:lnTo>
                  <a:lnTo>
                    <a:pt x="173088" y="144876"/>
                  </a:lnTo>
                  <a:lnTo>
                    <a:pt x="180574" y="149923"/>
                  </a:lnTo>
                  <a:lnTo>
                    <a:pt x="185622" y="157408"/>
                  </a:lnTo>
                  <a:lnTo>
                    <a:pt x="187472" y="166575"/>
                  </a:lnTo>
                  <a:lnTo>
                    <a:pt x="185622" y="175742"/>
                  </a:lnTo>
                  <a:lnTo>
                    <a:pt x="180574" y="183228"/>
                  </a:lnTo>
                  <a:lnTo>
                    <a:pt x="173088" y="188275"/>
                  </a:lnTo>
                  <a:lnTo>
                    <a:pt x="163921" y="190126"/>
                  </a:lnTo>
                  <a:close/>
                </a:path>
                <a:path w="746125" h="748029">
                  <a:moveTo>
                    <a:pt x="304292" y="190126"/>
                  </a:moveTo>
                  <a:lnTo>
                    <a:pt x="295126" y="188275"/>
                  </a:lnTo>
                  <a:lnTo>
                    <a:pt x="287640" y="183228"/>
                  </a:lnTo>
                  <a:lnTo>
                    <a:pt x="282592" y="175742"/>
                  </a:lnTo>
                  <a:lnTo>
                    <a:pt x="280741" y="166575"/>
                  </a:lnTo>
                  <a:lnTo>
                    <a:pt x="282592" y="157408"/>
                  </a:lnTo>
                  <a:lnTo>
                    <a:pt x="287640" y="149923"/>
                  </a:lnTo>
                  <a:lnTo>
                    <a:pt x="295126" y="144876"/>
                  </a:lnTo>
                  <a:lnTo>
                    <a:pt x="304292" y="143025"/>
                  </a:lnTo>
                  <a:lnTo>
                    <a:pt x="313460" y="144876"/>
                  </a:lnTo>
                  <a:lnTo>
                    <a:pt x="320946" y="149923"/>
                  </a:lnTo>
                  <a:lnTo>
                    <a:pt x="325993" y="157408"/>
                  </a:lnTo>
                  <a:lnTo>
                    <a:pt x="327843" y="166575"/>
                  </a:lnTo>
                  <a:lnTo>
                    <a:pt x="325993" y="175742"/>
                  </a:lnTo>
                  <a:lnTo>
                    <a:pt x="320946" y="183228"/>
                  </a:lnTo>
                  <a:lnTo>
                    <a:pt x="313460" y="188275"/>
                  </a:lnTo>
                  <a:lnTo>
                    <a:pt x="304292" y="190126"/>
                  </a:lnTo>
                  <a:close/>
                </a:path>
                <a:path w="746125" h="748029">
                  <a:moveTo>
                    <a:pt x="23550" y="330498"/>
                  </a:moveTo>
                  <a:lnTo>
                    <a:pt x="14383" y="328647"/>
                  </a:lnTo>
                  <a:lnTo>
                    <a:pt x="6897" y="323600"/>
                  </a:lnTo>
                  <a:lnTo>
                    <a:pt x="1850" y="316114"/>
                  </a:lnTo>
                  <a:lnTo>
                    <a:pt x="0" y="306947"/>
                  </a:lnTo>
                  <a:lnTo>
                    <a:pt x="1850" y="297780"/>
                  </a:lnTo>
                  <a:lnTo>
                    <a:pt x="6897" y="290294"/>
                  </a:lnTo>
                  <a:lnTo>
                    <a:pt x="14384" y="285247"/>
                  </a:lnTo>
                  <a:lnTo>
                    <a:pt x="23550" y="283396"/>
                  </a:lnTo>
                  <a:lnTo>
                    <a:pt x="32717" y="285247"/>
                  </a:lnTo>
                  <a:lnTo>
                    <a:pt x="40203" y="290294"/>
                  </a:lnTo>
                  <a:lnTo>
                    <a:pt x="45251" y="297780"/>
                  </a:lnTo>
                  <a:lnTo>
                    <a:pt x="47101" y="306947"/>
                  </a:lnTo>
                  <a:lnTo>
                    <a:pt x="45251" y="316114"/>
                  </a:lnTo>
                  <a:lnTo>
                    <a:pt x="40203" y="323600"/>
                  </a:lnTo>
                  <a:lnTo>
                    <a:pt x="32717" y="328647"/>
                  </a:lnTo>
                  <a:lnTo>
                    <a:pt x="23550" y="330498"/>
                  </a:lnTo>
                  <a:close/>
                </a:path>
                <a:path w="746125" h="748029">
                  <a:moveTo>
                    <a:pt x="163921" y="330498"/>
                  </a:moveTo>
                  <a:lnTo>
                    <a:pt x="154754" y="328647"/>
                  </a:lnTo>
                  <a:lnTo>
                    <a:pt x="147268" y="323600"/>
                  </a:lnTo>
                  <a:lnTo>
                    <a:pt x="142221" y="316114"/>
                  </a:lnTo>
                  <a:lnTo>
                    <a:pt x="140370" y="306947"/>
                  </a:lnTo>
                  <a:lnTo>
                    <a:pt x="142221" y="297780"/>
                  </a:lnTo>
                  <a:lnTo>
                    <a:pt x="147268" y="290294"/>
                  </a:lnTo>
                  <a:lnTo>
                    <a:pt x="154755" y="285247"/>
                  </a:lnTo>
                  <a:lnTo>
                    <a:pt x="163921" y="283396"/>
                  </a:lnTo>
                  <a:lnTo>
                    <a:pt x="173088" y="285247"/>
                  </a:lnTo>
                  <a:lnTo>
                    <a:pt x="180574" y="290294"/>
                  </a:lnTo>
                  <a:lnTo>
                    <a:pt x="185622" y="297780"/>
                  </a:lnTo>
                  <a:lnTo>
                    <a:pt x="187472" y="306947"/>
                  </a:lnTo>
                  <a:lnTo>
                    <a:pt x="185622" y="316114"/>
                  </a:lnTo>
                  <a:lnTo>
                    <a:pt x="180574" y="323600"/>
                  </a:lnTo>
                  <a:lnTo>
                    <a:pt x="173088" y="328647"/>
                  </a:lnTo>
                  <a:lnTo>
                    <a:pt x="163921" y="330498"/>
                  </a:lnTo>
                  <a:close/>
                </a:path>
                <a:path w="746125" h="748029">
                  <a:moveTo>
                    <a:pt x="594287" y="747721"/>
                  </a:moveTo>
                  <a:lnTo>
                    <a:pt x="569904" y="747721"/>
                  </a:lnTo>
                  <a:lnTo>
                    <a:pt x="565442" y="744713"/>
                  </a:lnTo>
                  <a:lnTo>
                    <a:pt x="560395" y="737227"/>
                  </a:lnTo>
                  <a:lnTo>
                    <a:pt x="558545" y="728060"/>
                  </a:lnTo>
                  <a:lnTo>
                    <a:pt x="560395" y="718893"/>
                  </a:lnTo>
                  <a:lnTo>
                    <a:pt x="565443" y="711407"/>
                  </a:lnTo>
                  <a:lnTo>
                    <a:pt x="572929" y="706360"/>
                  </a:lnTo>
                  <a:lnTo>
                    <a:pt x="582096" y="704509"/>
                  </a:lnTo>
                  <a:lnTo>
                    <a:pt x="591263" y="706360"/>
                  </a:lnTo>
                  <a:lnTo>
                    <a:pt x="598749" y="711407"/>
                  </a:lnTo>
                  <a:lnTo>
                    <a:pt x="603796" y="718893"/>
                  </a:lnTo>
                  <a:lnTo>
                    <a:pt x="605647" y="728060"/>
                  </a:lnTo>
                  <a:lnTo>
                    <a:pt x="603796" y="737227"/>
                  </a:lnTo>
                  <a:lnTo>
                    <a:pt x="598749" y="744713"/>
                  </a:lnTo>
                  <a:lnTo>
                    <a:pt x="594287" y="747721"/>
                  </a:lnTo>
                  <a:close/>
                </a:path>
                <a:path w="746125" h="748029">
                  <a:moveTo>
                    <a:pt x="582096" y="611240"/>
                  </a:moveTo>
                  <a:lnTo>
                    <a:pt x="572928" y="609389"/>
                  </a:lnTo>
                  <a:lnTo>
                    <a:pt x="565442" y="604342"/>
                  </a:lnTo>
                  <a:lnTo>
                    <a:pt x="560395" y="596856"/>
                  </a:lnTo>
                  <a:lnTo>
                    <a:pt x="558545" y="587689"/>
                  </a:lnTo>
                  <a:lnTo>
                    <a:pt x="560395" y="578522"/>
                  </a:lnTo>
                  <a:lnTo>
                    <a:pt x="565442" y="571036"/>
                  </a:lnTo>
                  <a:lnTo>
                    <a:pt x="572928" y="565989"/>
                  </a:lnTo>
                  <a:lnTo>
                    <a:pt x="582096" y="564138"/>
                  </a:lnTo>
                  <a:lnTo>
                    <a:pt x="591263" y="565989"/>
                  </a:lnTo>
                  <a:lnTo>
                    <a:pt x="598749" y="571036"/>
                  </a:lnTo>
                  <a:lnTo>
                    <a:pt x="603796" y="578522"/>
                  </a:lnTo>
                  <a:lnTo>
                    <a:pt x="605647" y="587689"/>
                  </a:lnTo>
                  <a:lnTo>
                    <a:pt x="603796" y="596856"/>
                  </a:lnTo>
                  <a:lnTo>
                    <a:pt x="598749" y="604342"/>
                  </a:lnTo>
                  <a:lnTo>
                    <a:pt x="591263" y="609389"/>
                  </a:lnTo>
                  <a:lnTo>
                    <a:pt x="582096" y="611240"/>
                  </a:lnTo>
                  <a:close/>
                </a:path>
                <a:path w="746125" h="748029">
                  <a:moveTo>
                    <a:pt x="722467" y="611240"/>
                  </a:moveTo>
                  <a:lnTo>
                    <a:pt x="713300" y="609389"/>
                  </a:lnTo>
                  <a:lnTo>
                    <a:pt x="705814" y="604342"/>
                  </a:lnTo>
                  <a:lnTo>
                    <a:pt x="700767" y="596856"/>
                  </a:lnTo>
                  <a:lnTo>
                    <a:pt x="698916" y="587689"/>
                  </a:lnTo>
                  <a:lnTo>
                    <a:pt x="700767" y="578522"/>
                  </a:lnTo>
                  <a:lnTo>
                    <a:pt x="705814" y="571036"/>
                  </a:lnTo>
                  <a:lnTo>
                    <a:pt x="713300" y="565989"/>
                  </a:lnTo>
                  <a:lnTo>
                    <a:pt x="722467" y="564138"/>
                  </a:lnTo>
                  <a:lnTo>
                    <a:pt x="731634" y="565989"/>
                  </a:lnTo>
                  <a:lnTo>
                    <a:pt x="739120" y="571036"/>
                  </a:lnTo>
                  <a:lnTo>
                    <a:pt x="744167" y="578522"/>
                  </a:lnTo>
                  <a:lnTo>
                    <a:pt x="746018" y="587689"/>
                  </a:lnTo>
                  <a:lnTo>
                    <a:pt x="744167" y="596856"/>
                  </a:lnTo>
                  <a:lnTo>
                    <a:pt x="739120" y="604342"/>
                  </a:lnTo>
                  <a:lnTo>
                    <a:pt x="731634" y="609389"/>
                  </a:lnTo>
                  <a:lnTo>
                    <a:pt x="722467" y="611240"/>
                  </a:lnTo>
                  <a:close/>
                </a:path>
                <a:path w="746125" h="748029">
                  <a:moveTo>
                    <a:pt x="453916" y="747721"/>
                  </a:moveTo>
                  <a:lnTo>
                    <a:pt x="429533" y="747721"/>
                  </a:lnTo>
                  <a:lnTo>
                    <a:pt x="425072" y="744713"/>
                  </a:lnTo>
                  <a:lnTo>
                    <a:pt x="420024" y="737227"/>
                  </a:lnTo>
                  <a:lnTo>
                    <a:pt x="418174" y="728060"/>
                  </a:lnTo>
                  <a:lnTo>
                    <a:pt x="420024" y="718893"/>
                  </a:lnTo>
                  <a:lnTo>
                    <a:pt x="425072" y="711407"/>
                  </a:lnTo>
                  <a:lnTo>
                    <a:pt x="432558" y="706360"/>
                  </a:lnTo>
                  <a:lnTo>
                    <a:pt x="441725" y="704509"/>
                  </a:lnTo>
                  <a:lnTo>
                    <a:pt x="450892" y="706360"/>
                  </a:lnTo>
                  <a:lnTo>
                    <a:pt x="458378" y="711407"/>
                  </a:lnTo>
                  <a:lnTo>
                    <a:pt x="463425" y="718893"/>
                  </a:lnTo>
                  <a:lnTo>
                    <a:pt x="465276" y="728060"/>
                  </a:lnTo>
                  <a:lnTo>
                    <a:pt x="463425" y="737227"/>
                  </a:lnTo>
                  <a:lnTo>
                    <a:pt x="458378" y="744713"/>
                  </a:lnTo>
                  <a:lnTo>
                    <a:pt x="453916" y="747721"/>
                  </a:lnTo>
                  <a:close/>
                </a:path>
                <a:path w="746125" h="748029">
                  <a:moveTo>
                    <a:pt x="734658" y="747721"/>
                  </a:moveTo>
                  <a:lnTo>
                    <a:pt x="710276" y="747721"/>
                  </a:lnTo>
                  <a:lnTo>
                    <a:pt x="705814" y="744713"/>
                  </a:lnTo>
                  <a:lnTo>
                    <a:pt x="700767" y="737227"/>
                  </a:lnTo>
                  <a:lnTo>
                    <a:pt x="698916" y="728060"/>
                  </a:lnTo>
                  <a:lnTo>
                    <a:pt x="700767" y="718893"/>
                  </a:lnTo>
                  <a:lnTo>
                    <a:pt x="705814" y="711407"/>
                  </a:lnTo>
                  <a:lnTo>
                    <a:pt x="713300" y="706360"/>
                  </a:lnTo>
                  <a:lnTo>
                    <a:pt x="722467" y="704509"/>
                  </a:lnTo>
                  <a:lnTo>
                    <a:pt x="731634" y="706360"/>
                  </a:lnTo>
                  <a:lnTo>
                    <a:pt x="739120" y="711407"/>
                  </a:lnTo>
                  <a:lnTo>
                    <a:pt x="744167" y="718893"/>
                  </a:lnTo>
                  <a:lnTo>
                    <a:pt x="746018" y="728060"/>
                  </a:lnTo>
                  <a:lnTo>
                    <a:pt x="744167" y="737227"/>
                  </a:lnTo>
                  <a:lnTo>
                    <a:pt x="739120" y="744713"/>
                  </a:lnTo>
                  <a:lnTo>
                    <a:pt x="734658" y="747721"/>
                  </a:lnTo>
                  <a:close/>
                </a:path>
                <a:path w="746125" h="748029">
                  <a:moveTo>
                    <a:pt x="441725" y="470869"/>
                  </a:moveTo>
                  <a:lnTo>
                    <a:pt x="432558" y="469018"/>
                  </a:lnTo>
                  <a:lnTo>
                    <a:pt x="425072" y="463971"/>
                  </a:lnTo>
                  <a:lnTo>
                    <a:pt x="420024" y="456485"/>
                  </a:lnTo>
                  <a:lnTo>
                    <a:pt x="418174" y="447318"/>
                  </a:lnTo>
                  <a:lnTo>
                    <a:pt x="420024" y="438151"/>
                  </a:lnTo>
                  <a:lnTo>
                    <a:pt x="425072" y="430665"/>
                  </a:lnTo>
                  <a:lnTo>
                    <a:pt x="432558" y="425618"/>
                  </a:lnTo>
                  <a:lnTo>
                    <a:pt x="441725" y="423767"/>
                  </a:lnTo>
                  <a:lnTo>
                    <a:pt x="450892" y="425618"/>
                  </a:lnTo>
                  <a:lnTo>
                    <a:pt x="458378" y="430665"/>
                  </a:lnTo>
                  <a:lnTo>
                    <a:pt x="463425" y="438151"/>
                  </a:lnTo>
                  <a:lnTo>
                    <a:pt x="465276" y="447318"/>
                  </a:lnTo>
                  <a:lnTo>
                    <a:pt x="463425" y="456485"/>
                  </a:lnTo>
                  <a:lnTo>
                    <a:pt x="458378" y="463971"/>
                  </a:lnTo>
                  <a:lnTo>
                    <a:pt x="450892" y="469018"/>
                  </a:lnTo>
                  <a:lnTo>
                    <a:pt x="441725" y="470869"/>
                  </a:lnTo>
                  <a:close/>
                </a:path>
                <a:path w="746125" h="748029">
                  <a:moveTo>
                    <a:pt x="441725" y="611240"/>
                  </a:moveTo>
                  <a:lnTo>
                    <a:pt x="432558" y="609389"/>
                  </a:lnTo>
                  <a:lnTo>
                    <a:pt x="425072" y="604342"/>
                  </a:lnTo>
                  <a:lnTo>
                    <a:pt x="420024" y="596856"/>
                  </a:lnTo>
                  <a:lnTo>
                    <a:pt x="418174" y="587689"/>
                  </a:lnTo>
                  <a:lnTo>
                    <a:pt x="420024" y="578522"/>
                  </a:lnTo>
                  <a:lnTo>
                    <a:pt x="425071" y="571036"/>
                  </a:lnTo>
                  <a:lnTo>
                    <a:pt x="432557" y="565989"/>
                  </a:lnTo>
                  <a:lnTo>
                    <a:pt x="441725" y="564138"/>
                  </a:lnTo>
                  <a:lnTo>
                    <a:pt x="450892" y="565989"/>
                  </a:lnTo>
                  <a:lnTo>
                    <a:pt x="458378" y="571036"/>
                  </a:lnTo>
                  <a:lnTo>
                    <a:pt x="463425" y="578522"/>
                  </a:lnTo>
                  <a:lnTo>
                    <a:pt x="465276" y="587689"/>
                  </a:lnTo>
                  <a:lnTo>
                    <a:pt x="463425" y="596856"/>
                  </a:lnTo>
                  <a:lnTo>
                    <a:pt x="458378" y="604342"/>
                  </a:lnTo>
                  <a:lnTo>
                    <a:pt x="450892" y="609389"/>
                  </a:lnTo>
                  <a:lnTo>
                    <a:pt x="441725" y="611240"/>
                  </a:lnTo>
                  <a:close/>
                </a:path>
                <a:path w="746125" h="748029">
                  <a:moveTo>
                    <a:pt x="722467" y="470869"/>
                  </a:moveTo>
                  <a:lnTo>
                    <a:pt x="713300" y="469018"/>
                  </a:lnTo>
                  <a:lnTo>
                    <a:pt x="705814" y="463971"/>
                  </a:lnTo>
                  <a:lnTo>
                    <a:pt x="700767" y="456485"/>
                  </a:lnTo>
                  <a:lnTo>
                    <a:pt x="698916" y="447318"/>
                  </a:lnTo>
                  <a:lnTo>
                    <a:pt x="700767" y="438151"/>
                  </a:lnTo>
                  <a:lnTo>
                    <a:pt x="705814" y="430665"/>
                  </a:lnTo>
                  <a:lnTo>
                    <a:pt x="713300" y="425618"/>
                  </a:lnTo>
                  <a:lnTo>
                    <a:pt x="722467" y="423767"/>
                  </a:lnTo>
                  <a:lnTo>
                    <a:pt x="731634" y="425618"/>
                  </a:lnTo>
                  <a:lnTo>
                    <a:pt x="739120" y="430665"/>
                  </a:lnTo>
                  <a:lnTo>
                    <a:pt x="744167" y="438151"/>
                  </a:lnTo>
                  <a:lnTo>
                    <a:pt x="746018" y="447318"/>
                  </a:lnTo>
                  <a:lnTo>
                    <a:pt x="744167" y="456485"/>
                  </a:lnTo>
                  <a:lnTo>
                    <a:pt x="739120" y="463971"/>
                  </a:lnTo>
                  <a:lnTo>
                    <a:pt x="731634" y="469018"/>
                  </a:lnTo>
                  <a:lnTo>
                    <a:pt x="722467" y="470869"/>
                  </a:lnTo>
                  <a:close/>
                </a:path>
                <a:path w="746125" h="748029">
                  <a:moveTo>
                    <a:pt x="582096" y="470869"/>
                  </a:moveTo>
                  <a:lnTo>
                    <a:pt x="572928" y="469018"/>
                  </a:lnTo>
                  <a:lnTo>
                    <a:pt x="565442" y="463971"/>
                  </a:lnTo>
                  <a:lnTo>
                    <a:pt x="560395" y="456485"/>
                  </a:lnTo>
                  <a:lnTo>
                    <a:pt x="558545" y="447318"/>
                  </a:lnTo>
                  <a:lnTo>
                    <a:pt x="560395" y="438151"/>
                  </a:lnTo>
                  <a:lnTo>
                    <a:pt x="565443" y="430665"/>
                  </a:lnTo>
                  <a:lnTo>
                    <a:pt x="572929" y="425618"/>
                  </a:lnTo>
                  <a:lnTo>
                    <a:pt x="582096" y="423767"/>
                  </a:lnTo>
                  <a:lnTo>
                    <a:pt x="591263" y="425618"/>
                  </a:lnTo>
                  <a:lnTo>
                    <a:pt x="598749" y="430665"/>
                  </a:lnTo>
                  <a:lnTo>
                    <a:pt x="603796" y="438151"/>
                  </a:lnTo>
                  <a:lnTo>
                    <a:pt x="605647" y="447318"/>
                  </a:lnTo>
                  <a:lnTo>
                    <a:pt x="603796" y="456485"/>
                  </a:lnTo>
                  <a:lnTo>
                    <a:pt x="598749" y="463971"/>
                  </a:lnTo>
                  <a:lnTo>
                    <a:pt x="591263" y="469018"/>
                  </a:lnTo>
                  <a:lnTo>
                    <a:pt x="582096" y="470869"/>
                  </a:lnTo>
                  <a:close/>
                </a:path>
                <a:path w="746125" h="748029">
                  <a:moveTo>
                    <a:pt x="722467" y="330498"/>
                  </a:moveTo>
                  <a:lnTo>
                    <a:pt x="713300" y="328647"/>
                  </a:lnTo>
                  <a:lnTo>
                    <a:pt x="705814" y="323600"/>
                  </a:lnTo>
                  <a:lnTo>
                    <a:pt x="700767" y="316114"/>
                  </a:lnTo>
                  <a:lnTo>
                    <a:pt x="698916" y="306947"/>
                  </a:lnTo>
                  <a:lnTo>
                    <a:pt x="700767" y="297780"/>
                  </a:lnTo>
                  <a:lnTo>
                    <a:pt x="705814" y="290294"/>
                  </a:lnTo>
                  <a:lnTo>
                    <a:pt x="713301" y="285247"/>
                  </a:lnTo>
                  <a:lnTo>
                    <a:pt x="722467" y="283396"/>
                  </a:lnTo>
                  <a:lnTo>
                    <a:pt x="731634" y="285247"/>
                  </a:lnTo>
                  <a:lnTo>
                    <a:pt x="739120" y="290294"/>
                  </a:lnTo>
                  <a:lnTo>
                    <a:pt x="744167" y="297780"/>
                  </a:lnTo>
                  <a:lnTo>
                    <a:pt x="746018" y="306947"/>
                  </a:lnTo>
                  <a:lnTo>
                    <a:pt x="744167" y="316114"/>
                  </a:lnTo>
                  <a:lnTo>
                    <a:pt x="739120" y="323600"/>
                  </a:lnTo>
                  <a:lnTo>
                    <a:pt x="731634" y="328647"/>
                  </a:lnTo>
                  <a:lnTo>
                    <a:pt x="722467" y="330498"/>
                  </a:lnTo>
                  <a:close/>
                </a:path>
                <a:path w="746125" h="748029">
                  <a:moveTo>
                    <a:pt x="441725" y="190126"/>
                  </a:moveTo>
                  <a:lnTo>
                    <a:pt x="432558" y="188275"/>
                  </a:lnTo>
                  <a:lnTo>
                    <a:pt x="425072" y="183228"/>
                  </a:lnTo>
                  <a:lnTo>
                    <a:pt x="420024" y="175742"/>
                  </a:lnTo>
                  <a:lnTo>
                    <a:pt x="418174" y="166575"/>
                  </a:lnTo>
                  <a:lnTo>
                    <a:pt x="420024" y="157408"/>
                  </a:lnTo>
                  <a:lnTo>
                    <a:pt x="425071" y="149923"/>
                  </a:lnTo>
                  <a:lnTo>
                    <a:pt x="432557" y="144876"/>
                  </a:lnTo>
                  <a:lnTo>
                    <a:pt x="441725" y="143025"/>
                  </a:lnTo>
                  <a:lnTo>
                    <a:pt x="450892" y="144876"/>
                  </a:lnTo>
                  <a:lnTo>
                    <a:pt x="458378" y="149923"/>
                  </a:lnTo>
                  <a:lnTo>
                    <a:pt x="463425" y="157408"/>
                  </a:lnTo>
                  <a:lnTo>
                    <a:pt x="465276" y="166575"/>
                  </a:lnTo>
                  <a:lnTo>
                    <a:pt x="463425" y="175742"/>
                  </a:lnTo>
                  <a:lnTo>
                    <a:pt x="458378" y="183228"/>
                  </a:lnTo>
                  <a:lnTo>
                    <a:pt x="450892" y="188275"/>
                  </a:lnTo>
                  <a:lnTo>
                    <a:pt x="441725" y="190126"/>
                  </a:lnTo>
                  <a:close/>
                </a:path>
                <a:path w="746125" h="748029">
                  <a:moveTo>
                    <a:pt x="582096" y="190126"/>
                  </a:moveTo>
                  <a:lnTo>
                    <a:pt x="572928" y="188275"/>
                  </a:lnTo>
                  <a:lnTo>
                    <a:pt x="565442" y="183228"/>
                  </a:lnTo>
                  <a:lnTo>
                    <a:pt x="560395" y="175742"/>
                  </a:lnTo>
                  <a:lnTo>
                    <a:pt x="558545" y="166575"/>
                  </a:lnTo>
                  <a:lnTo>
                    <a:pt x="560395" y="157408"/>
                  </a:lnTo>
                  <a:lnTo>
                    <a:pt x="565442" y="149923"/>
                  </a:lnTo>
                  <a:lnTo>
                    <a:pt x="572928" y="144876"/>
                  </a:lnTo>
                  <a:lnTo>
                    <a:pt x="582096" y="143025"/>
                  </a:lnTo>
                  <a:lnTo>
                    <a:pt x="591263" y="144876"/>
                  </a:lnTo>
                  <a:lnTo>
                    <a:pt x="598749" y="149923"/>
                  </a:lnTo>
                  <a:lnTo>
                    <a:pt x="603796" y="157408"/>
                  </a:lnTo>
                  <a:lnTo>
                    <a:pt x="605647" y="166575"/>
                  </a:lnTo>
                  <a:lnTo>
                    <a:pt x="603796" y="175742"/>
                  </a:lnTo>
                  <a:lnTo>
                    <a:pt x="598749" y="183228"/>
                  </a:lnTo>
                  <a:lnTo>
                    <a:pt x="591263" y="188275"/>
                  </a:lnTo>
                  <a:lnTo>
                    <a:pt x="582096" y="190126"/>
                  </a:lnTo>
                  <a:close/>
                </a:path>
                <a:path w="746125" h="748029">
                  <a:moveTo>
                    <a:pt x="722467" y="190126"/>
                  </a:moveTo>
                  <a:lnTo>
                    <a:pt x="713300" y="188275"/>
                  </a:lnTo>
                  <a:lnTo>
                    <a:pt x="705814" y="183228"/>
                  </a:lnTo>
                  <a:lnTo>
                    <a:pt x="700767" y="175742"/>
                  </a:lnTo>
                  <a:lnTo>
                    <a:pt x="698916" y="166575"/>
                  </a:lnTo>
                  <a:lnTo>
                    <a:pt x="700767" y="157408"/>
                  </a:lnTo>
                  <a:lnTo>
                    <a:pt x="705814" y="149923"/>
                  </a:lnTo>
                  <a:lnTo>
                    <a:pt x="713300" y="144876"/>
                  </a:lnTo>
                  <a:lnTo>
                    <a:pt x="722467" y="143025"/>
                  </a:lnTo>
                  <a:lnTo>
                    <a:pt x="731634" y="144876"/>
                  </a:lnTo>
                  <a:lnTo>
                    <a:pt x="739120" y="149923"/>
                  </a:lnTo>
                  <a:lnTo>
                    <a:pt x="744167" y="157408"/>
                  </a:lnTo>
                  <a:lnTo>
                    <a:pt x="746018" y="166575"/>
                  </a:lnTo>
                  <a:lnTo>
                    <a:pt x="744167" y="175742"/>
                  </a:lnTo>
                  <a:lnTo>
                    <a:pt x="739120" y="183228"/>
                  </a:lnTo>
                  <a:lnTo>
                    <a:pt x="731634" y="188275"/>
                  </a:lnTo>
                  <a:lnTo>
                    <a:pt x="722467" y="190126"/>
                  </a:lnTo>
                  <a:close/>
                </a:path>
                <a:path w="746125" h="748029">
                  <a:moveTo>
                    <a:pt x="441725" y="330498"/>
                  </a:moveTo>
                  <a:lnTo>
                    <a:pt x="432558" y="328647"/>
                  </a:lnTo>
                  <a:lnTo>
                    <a:pt x="425072" y="323600"/>
                  </a:lnTo>
                  <a:lnTo>
                    <a:pt x="420024" y="316114"/>
                  </a:lnTo>
                  <a:lnTo>
                    <a:pt x="418174" y="306947"/>
                  </a:lnTo>
                  <a:lnTo>
                    <a:pt x="420024" y="297780"/>
                  </a:lnTo>
                  <a:lnTo>
                    <a:pt x="425072" y="290294"/>
                  </a:lnTo>
                  <a:lnTo>
                    <a:pt x="432558" y="285247"/>
                  </a:lnTo>
                  <a:lnTo>
                    <a:pt x="441725" y="283396"/>
                  </a:lnTo>
                  <a:lnTo>
                    <a:pt x="450892" y="285247"/>
                  </a:lnTo>
                  <a:lnTo>
                    <a:pt x="458378" y="290294"/>
                  </a:lnTo>
                  <a:lnTo>
                    <a:pt x="463425" y="297780"/>
                  </a:lnTo>
                  <a:lnTo>
                    <a:pt x="465276" y="306947"/>
                  </a:lnTo>
                  <a:lnTo>
                    <a:pt x="463425" y="316114"/>
                  </a:lnTo>
                  <a:lnTo>
                    <a:pt x="458378" y="323600"/>
                  </a:lnTo>
                  <a:lnTo>
                    <a:pt x="450892" y="328647"/>
                  </a:lnTo>
                  <a:lnTo>
                    <a:pt x="441725" y="330498"/>
                  </a:lnTo>
                  <a:close/>
                </a:path>
                <a:path w="746125" h="748029">
                  <a:moveTo>
                    <a:pt x="582096" y="330498"/>
                  </a:moveTo>
                  <a:lnTo>
                    <a:pt x="572928" y="328647"/>
                  </a:lnTo>
                  <a:lnTo>
                    <a:pt x="565442" y="323600"/>
                  </a:lnTo>
                  <a:lnTo>
                    <a:pt x="560395" y="316114"/>
                  </a:lnTo>
                  <a:lnTo>
                    <a:pt x="558545" y="306947"/>
                  </a:lnTo>
                  <a:lnTo>
                    <a:pt x="560395" y="297780"/>
                  </a:lnTo>
                  <a:lnTo>
                    <a:pt x="565443" y="290294"/>
                  </a:lnTo>
                  <a:lnTo>
                    <a:pt x="572929" y="285247"/>
                  </a:lnTo>
                  <a:lnTo>
                    <a:pt x="582096" y="283396"/>
                  </a:lnTo>
                  <a:lnTo>
                    <a:pt x="591263" y="285247"/>
                  </a:lnTo>
                  <a:lnTo>
                    <a:pt x="598749" y="290294"/>
                  </a:lnTo>
                  <a:lnTo>
                    <a:pt x="603796" y="297780"/>
                  </a:lnTo>
                  <a:lnTo>
                    <a:pt x="605647" y="306947"/>
                  </a:lnTo>
                  <a:lnTo>
                    <a:pt x="603796" y="316114"/>
                  </a:lnTo>
                  <a:lnTo>
                    <a:pt x="598749" y="323600"/>
                  </a:lnTo>
                  <a:lnTo>
                    <a:pt x="591263" y="328647"/>
                  </a:lnTo>
                  <a:lnTo>
                    <a:pt x="582096" y="330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78720" y="640207"/>
              <a:ext cx="1371599" cy="13620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34454" y="6376568"/>
            <a:ext cx="456628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rPr sz="1800" spc="55" dirty="0">
                <a:latin typeface="Lucida Sans Unicode"/>
                <a:cs typeface="Lucida Sans Unicode"/>
              </a:rPr>
              <a:t>Automated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shift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scheduling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real-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80" dirty="0">
                <a:latin typeface="Lucida Sans Unicode"/>
                <a:cs typeface="Lucida Sans Unicode"/>
              </a:rPr>
              <a:t>attendance</a:t>
            </a:r>
            <a:r>
              <a:rPr sz="1800" spc="-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tracking.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100" dirty="0">
                <a:latin typeface="Lucida Sans Unicode"/>
                <a:cs typeface="Lucida Sans Unicode"/>
              </a:rPr>
              <a:t>Manage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staff </a:t>
            </a:r>
            <a:r>
              <a:rPr sz="1800" dirty="0">
                <a:latin typeface="Lucida Sans Unicode"/>
                <a:cs typeface="Lucida Sans Unicode"/>
              </a:rPr>
              <a:t>availability,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handle</a:t>
            </a:r>
            <a:r>
              <a:rPr sz="1800" spc="-3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shift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swaps,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dirty="0">
                <a:latin typeface="Lucida Sans Unicode"/>
                <a:cs typeface="Lucida Sans Unicode"/>
              </a:rPr>
              <a:t>ensure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90" dirty="0">
                <a:latin typeface="Lucida Sans Unicode"/>
                <a:cs typeface="Lucida Sans Unicode"/>
              </a:rPr>
              <a:t>adequate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85" dirty="0">
                <a:latin typeface="Lucida Sans Unicode"/>
                <a:cs typeface="Lucida Sans Unicode"/>
              </a:rPr>
              <a:t>coverage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across</a:t>
            </a:r>
            <a:r>
              <a:rPr sz="1800" spc="-25" dirty="0">
                <a:latin typeface="Lucida Sans Unicode"/>
                <a:cs typeface="Lucida Sans Unicode"/>
              </a:rPr>
              <a:t> all </a:t>
            </a:r>
            <a:r>
              <a:rPr sz="1800" spc="55" dirty="0">
                <a:latin typeface="Lucida Sans Unicode"/>
                <a:cs typeface="Lucida Sans Unicode"/>
              </a:rPr>
              <a:t>departments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intelligent</a:t>
            </a:r>
            <a:r>
              <a:rPr sz="1800" spc="-7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roster </a:t>
            </a:r>
            <a:r>
              <a:rPr sz="1800" spc="65" dirty="0">
                <a:latin typeface="Lucida Sans Unicode"/>
                <a:cs typeface="Lucida Sans Unicode"/>
              </a:rPr>
              <a:t>management.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15480" y="6376568"/>
            <a:ext cx="4017010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</a:pPr>
            <a:r>
              <a:rPr sz="1800" spc="70" dirty="0">
                <a:latin typeface="Lucida Sans Unicode"/>
                <a:cs typeface="Lucida Sans Unicode"/>
              </a:rPr>
              <a:t>Seamless</a:t>
            </a:r>
            <a:r>
              <a:rPr sz="1800" spc="7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payroll</a:t>
            </a:r>
            <a:r>
              <a:rPr sz="1800" spc="8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processing</a:t>
            </a:r>
            <a:r>
              <a:rPr sz="1800" spc="70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Lucida Sans Unicode"/>
                <a:cs typeface="Lucida Sans Unicode"/>
              </a:rPr>
              <a:t>with </a:t>
            </a:r>
            <a:r>
              <a:rPr sz="1800" spc="80" dirty="0">
                <a:latin typeface="Lucida Sans Unicode"/>
                <a:cs typeface="Lucida Sans Unicode"/>
              </a:rPr>
              <a:t>attendance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spc="110" dirty="0">
                <a:latin typeface="Lucida Sans Unicode"/>
                <a:cs typeface="Lucida Sans Unicode"/>
              </a:rPr>
              <a:t>data</a:t>
            </a:r>
            <a:r>
              <a:rPr sz="1800" spc="-9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integration.</a:t>
            </a:r>
            <a:r>
              <a:rPr sz="1800" spc="-8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Track </a:t>
            </a:r>
            <a:r>
              <a:rPr sz="1800" dirty="0">
                <a:latin typeface="Lucida Sans Unicode"/>
                <a:cs typeface="Lucida Sans Unicode"/>
              </a:rPr>
              <a:t>overtime,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leave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50" dirty="0">
                <a:latin typeface="Lucida Sans Unicode"/>
                <a:cs typeface="Lucida Sans Unicode"/>
              </a:rPr>
              <a:t>balances,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spc="55" dirty="0">
                <a:latin typeface="Lucida Sans Unicode"/>
                <a:cs typeface="Lucida Sans Unicode"/>
              </a:rPr>
              <a:t>performance</a:t>
            </a:r>
            <a:r>
              <a:rPr sz="1800" spc="-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metrics.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Generate </a:t>
            </a:r>
            <a:r>
              <a:rPr sz="1800" spc="50" dirty="0">
                <a:latin typeface="Lucida Sans Unicode"/>
                <a:cs typeface="Lucida Sans Unicode"/>
              </a:rPr>
              <a:t>comprehensive</a:t>
            </a:r>
            <a:r>
              <a:rPr sz="1800" spc="-7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reports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for</a:t>
            </a:r>
            <a:r>
              <a:rPr sz="1800" spc="-65" dirty="0">
                <a:latin typeface="Lucida Sans Unicode"/>
                <a:cs typeface="Lucida Sans Unicode"/>
              </a:rPr>
              <a:t> </a:t>
            </a:r>
            <a:r>
              <a:rPr sz="1800" spc="-75" dirty="0">
                <a:latin typeface="Lucida Sans Unicode"/>
                <a:cs typeface="Lucida Sans Unicode"/>
              </a:rPr>
              <a:t>HR </a:t>
            </a:r>
            <a:r>
              <a:rPr sz="1800" spc="75" dirty="0">
                <a:latin typeface="Lucida Sans Unicode"/>
                <a:cs typeface="Lucida Sans Unicode"/>
              </a:rPr>
              <a:t>and </a:t>
            </a:r>
            <a:r>
              <a:rPr sz="1800" spc="50" dirty="0">
                <a:latin typeface="Lucida Sans Unicode"/>
                <a:cs typeface="Lucida Sans Unicode"/>
              </a:rPr>
              <a:t>finance</a:t>
            </a:r>
            <a:r>
              <a:rPr sz="1800" spc="-8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departments.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405030"/>
            <a:ext cx="7383145" cy="181610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2700" marR="5080">
              <a:lnSpc>
                <a:spcPts val="6370"/>
              </a:lnSpc>
              <a:spcBef>
                <a:spcPts val="1435"/>
              </a:spcBef>
            </a:pPr>
            <a:r>
              <a:rPr sz="6400" spc="315" dirty="0"/>
              <a:t>System</a:t>
            </a:r>
            <a:r>
              <a:rPr sz="6400" spc="-935" dirty="0"/>
              <a:t> </a:t>
            </a:r>
            <a:r>
              <a:rPr sz="6400" spc="40" dirty="0"/>
              <a:t>Integration </a:t>
            </a:r>
            <a:r>
              <a:rPr sz="6400" spc="-10" dirty="0"/>
              <a:t>Benefits</a:t>
            </a:r>
            <a:endParaRPr sz="6400"/>
          </a:p>
        </p:txBody>
      </p:sp>
      <p:sp>
        <p:nvSpPr>
          <p:cNvPr id="3" name="object 3"/>
          <p:cNvSpPr txBox="1"/>
          <p:nvPr/>
        </p:nvSpPr>
        <p:spPr>
          <a:xfrm>
            <a:off x="8780609" y="3783920"/>
            <a:ext cx="6245225" cy="202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-90" dirty="0">
                <a:latin typeface="Lucida Sans Unicode"/>
                <a:cs typeface="Lucida Sans Unicode"/>
              </a:rPr>
              <a:t>All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modules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share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265" dirty="0">
                <a:latin typeface="Lucida Sans Unicode"/>
                <a:cs typeface="Lucida Sans Unicode"/>
              </a:rPr>
              <a:t>a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unified</a:t>
            </a:r>
            <a:r>
              <a:rPr sz="2300" spc="-114" dirty="0">
                <a:latin typeface="Lucida Sans Unicode"/>
                <a:cs typeface="Lucida Sans Unicode"/>
              </a:rPr>
              <a:t> </a:t>
            </a:r>
            <a:r>
              <a:rPr sz="2300" spc="125" dirty="0">
                <a:latin typeface="Lucida Sans Unicode"/>
                <a:cs typeface="Lucida Sans Unicode"/>
              </a:rPr>
              <a:t>database </a:t>
            </a:r>
            <a:r>
              <a:rPr sz="2300" dirty="0">
                <a:latin typeface="Lucida Sans Unicode"/>
                <a:cs typeface="Lucida Sans Unicode"/>
              </a:rPr>
              <a:t>ensuring</a:t>
            </a:r>
            <a:r>
              <a:rPr sz="2300" spc="-7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patient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records,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prescriptions,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lab </a:t>
            </a:r>
            <a:r>
              <a:rPr sz="2300" spc="-40" dirty="0">
                <a:latin typeface="Lucida Sans Unicode"/>
                <a:cs typeface="Lucida Sans Unicode"/>
              </a:rPr>
              <a:t>results,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billing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information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-20" dirty="0">
                <a:latin typeface="Lucida Sans Unicode"/>
                <a:cs typeface="Lucida Sans Unicode"/>
              </a:rPr>
              <a:t>flow </a:t>
            </a:r>
            <a:r>
              <a:rPr sz="2300" spc="65" dirty="0">
                <a:latin typeface="Lucida Sans Unicode"/>
                <a:cs typeface="Lucida Sans Unicode"/>
              </a:rPr>
              <a:t>seamlessly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80" dirty="0">
                <a:latin typeface="Lucida Sans Unicode"/>
                <a:cs typeface="Lucida Sans Unicode"/>
              </a:rPr>
              <a:t>between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70" dirty="0">
                <a:latin typeface="Lucida Sans Unicode"/>
                <a:cs typeface="Lucida Sans Unicode"/>
              </a:rPr>
              <a:t>departments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without </a:t>
            </a:r>
            <a:r>
              <a:rPr sz="2300" spc="114" dirty="0">
                <a:latin typeface="Lucida Sans Unicode"/>
                <a:cs typeface="Lucida Sans Unicode"/>
              </a:rPr>
              <a:t>manual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145" dirty="0">
                <a:latin typeface="Lucida Sans Unicode"/>
                <a:cs typeface="Lucida Sans Unicode"/>
              </a:rPr>
              <a:t>data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entry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duplication</a:t>
            </a:r>
            <a:r>
              <a:rPr sz="2300" spc="-10" dirty="0">
                <a:latin typeface="Lucida Sans Unicode"/>
                <a:cs typeface="Lucida Sans Unicode"/>
              </a:rPr>
              <a:t> errors.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5188017"/>
            <a:ext cx="7343140" cy="322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dirty="0">
                <a:latin typeface="Lucida Sans Unicode"/>
                <a:cs typeface="Lucida Sans Unicode"/>
              </a:rPr>
              <a:t>Experience</a:t>
            </a:r>
            <a:r>
              <a:rPr sz="2300" spc="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instant</a:t>
            </a:r>
            <a:r>
              <a:rPr sz="2300" spc="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synchronization</a:t>
            </a:r>
            <a:r>
              <a:rPr sz="2300" spc="1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across</a:t>
            </a:r>
            <a:r>
              <a:rPr sz="2300" spc="1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all </a:t>
            </a:r>
            <a:r>
              <a:rPr sz="2300" dirty="0">
                <a:latin typeface="Lucida Sans Unicode"/>
                <a:cs typeface="Lucida Sans Unicode"/>
              </a:rPr>
              <a:t>hospital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operations.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114" dirty="0">
                <a:latin typeface="Lucida Sans Unicode"/>
                <a:cs typeface="Lucida Sans Unicode"/>
              </a:rPr>
              <a:t>When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265" dirty="0">
                <a:latin typeface="Lucida Sans Unicode"/>
                <a:cs typeface="Lucida Sans Unicode"/>
              </a:rPr>
              <a:t>a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spc="55" dirty="0">
                <a:latin typeface="Lucida Sans Unicode"/>
                <a:cs typeface="Lucida Sans Unicode"/>
              </a:rPr>
              <a:t>physician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orders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215" dirty="0">
                <a:latin typeface="Lucida Sans Unicode"/>
                <a:cs typeface="Lucida Sans Unicode"/>
              </a:rPr>
              <a:t>a </a:t>
            </a:r>
            <a:r>
              <a:rPr sz="2300" spc="-45" dirty="0">
                <a:latin typeface="Lucida Sans Unicode"/>
                <a:cs typeface="Lucida Sans Unicode"/>
              </a:rPr>
              <a:t>test,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spc="85" dirty="0">
                <a:latin typeface="Lucida Sans Unicode"/>
                <a:cs typeface="Lucida Sans Unicode"/>
              </a:rPr>
              <a:t>lab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receives</a:t>
            </a:r>
            <a:r>
              <a:rPr sz="2300" dirty="0">
                <a:latin typeface="Lucida Sans Unicode"/>
                <a:cs typeface="Lucida Sans Unicode"/>
              </a:rPr>
              <a:t> </a:t>
            </a:r>
            <a:r>
              <a:rPr sz="2300" spc="-70" dirty="0">
                <a:latin typeface="Lucida Sans Unicode"/>
                <a:cs typeface="Lucida Sans Unicode"/>
              </a:rPr>
              <a:t>it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immediately.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When </a:t>
            </a:r>
            <a:r>
              <a:rPr sz="2300" spc="130" dirty="0">
                <a:latin typeface="Lucida Sans Unicode"/>
                <a:cs typeface="Lucida Sans Unicode"/>
              </a:rPr>
              <a:t>pharmacy</a:t>
            </a:r>
            <a:r>
              <a:rPr sz="2300" spc="5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dispenses</a:t>
            </a:r>
            <a:r>
              <a:rPr sz="2300" spc="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medication,</a:t>
            </a:r>
            <a:r>
              <a:rPr sz="2300" spc="6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inventory </a:t>
            </a:r>
            <a:r>
              <a:rPr sz="2300" spc="85" dirty="0">
                <a:latin typeface="Lucida Sans Unicode"/>
                <a:cs typeface="Lucida Sans Unicode"/>
              </a:rPr>
              <a:t>updates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50" dirty="0">
                <a:latin typeface="Lucida Sans Unicode"/>
                <a:cs typeface="Lucida Sans Unicode"/>
              </a:rPr>
              <a:t>automatically.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Billing</a:t>
            </a:r>
            <a:r>
              <a:rPr sz="2300" spc="-11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captures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charges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in </a:t>
            </a:r>
            <a:r>
              <a:rPr sz="2300" dirty="0">
                <a:latin typeface="Lucida Sans Unicode"/>
                <a:cs typeface="Lucida Sans Unicode"/>
              </a:rPr>
              <a:t>real-</a:t>
            </a:r>
            <a:r>
              <a:rPr sz="2300" spc="-10" dirty="0">
                <a:latin typeface="Lucida Sans Unicode"/>
                <a:cs typeface="Lucida Sans Unicode"/>
              </a:rPr>
              <a:t>time,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eliminating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60" dirty="0">
                <a:latin typeface="Lucida Sans Unicode"/>
                <a:cs typeface="Lucida Sans Unicode"/>
              </a:rPr>
              <a:t>revenue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85" dirty="0">
                <a:latin typeface="Lucida Sans Unicode"/>
                <a:cs typeface="Lucida Sans Unicode"/>
              </a:rPr>
              <a:t>leakage</a:t>
            </a:r>
            <a:r>
              <a:rPr sz="2300" spc="-5" dirty="0">
                <a:latin typeface="Lucida Sans Unicode"/>
                <a:cs typeface="Lucida Sans Unicode"/>
              </a:rPr>
              <a:t> </a:t>
            </a:r>
            <a:r>
              <a:rPr sz="2300" spc="105" dirty="0">
                <a:latin typeface="Lucida Sans Unicode"/>
                <a:cs typeface="Lucida Sans Unicode"/>
              </a:rPr>
              <a:t>and </a:t>
            </a:r>
            <a:r>
              <a:rPr sz="2300" dirty="0">
                <a:latin typeface="Lucida Sans Unicode"/>
                <a:cs typeface="Lucida Sans Unicode"/>
              </a:rPr>
              <a:t>ensuring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120" dirty="0">
                <a:latin typeface="Lucida Sans Unicode"/>
                <a:cs typeface="Lucida Sans Unicode"/>
              </a:rPr>
              <a:t>accurate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patient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95" dirty="0">
                <a:latin typeface="Lucida Sans Unicode"/>
                <a:cs typeface="Lucida Sans Unicode"/>
              </a:rPr>
              <a:t>accounts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throughout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125" dirty="0">
                <a:latin typeface="Lucida Sans Unicode"/>
                <a:cs typeface="Lucida Sans Unicode"/>
              </a:rPr>
              <a:t>care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journey.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0609" y="7617854"/>
            <a:ext cx="768159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sz="2300" spc="80" dirty="0">
                <a:latin typeface="Lucida Sans Unicode"/>
                <a:cs typeface="Lucida Sans Unicode"/>
              </a:rPr>
              <a:t>Generate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55" dirty="0">
                <a:latin typeface="Lucida Sans Unicode"/>
                <a:cs typeface="Lucida Sans Unicode"/>
              </a:rPr>
              <a:t>detailed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65" dirty="0">
                <a:latin typeface="Lucida Sans Unicode"/>
                <a:cs typeface="Lucida Sans Unicode"/>
              </a:rPr>
              <a:t>analytics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75" dirty="0">
                <a:latin typeface="Lucida Sans Unicode"/>
                <a:cs typeface="Lucida Sans Unicode"/>
              </a:rPr>
              <a:t>across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clinical,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financial,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50" dirty="0">
                <a:latin typeface="Lucida Sans Unicode"/>
                <a:cs typeface="Lucida Sans Unicode"/>
              </a:rPr>
              <a:t>operational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metrics.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Track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0" dirty="0">
                <a:latin typeface="Lucida Sans Unicode"/>
                <a:cs typeface="Lucida Sans Unicode"/>
              </a:rPr>
              <a:t>KPIs,</a:t>
            </a:r>
            <a:r>
              <a:rPr sz="2300" spc="-9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monitor </a:t>
            </a:r>
            <a:r>
              <a:rPr sz="2300" spc="75" dirty="0">
                <a:latin typeface="Lucida Sans Unicode"/>
                <a:cs typeface="Lucida Sans Unicode"/>
              </a:rPr>
              <a:t>department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performance,</a:t>
            </a:r>
            <a:r>
              <a:rPr sz="2300" spc="-95" dirty="0">
                <a:latin typeface="Lucida Sans Unicode"/>
                <a:cs typeface="Lucida Sans Unicode"/>
              </a:rPr>
              <a:t> </a:t>
            </a:r>
            <a:r>
              <a:rPr sz="2300" spc="130" dirty="0">
                <a:latin typeface="Lucida Sans Unicode"/>
                <a:cs typeface="Lucida Sans Unicode"/>
              </a:rPr>
              <a:t>and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105" dirty="0">
                <a:latin typeface="Lucida Sans Unicode"/>
                <a:cs typeface="Lucida Sans Unicode"/>
              </a:rPr>
              <a:t>make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100" dirty="0">
                <a:latin typeface="Lucida Sans Unicode"/>
                <a:cs typeface="Lucida Sans Unicode"/>
              </a:rPr>
              <a:t>data-</a:t>
            </a:r>
            <a:r>
              <a:rPr sz="2300" spc="-10" dirty="0">
                <a:latin typeface="Lucida Sans Unicode"/>
                <a:cs typeface="Lucida Sans Unicode"/>
              </a:rPr>
              <a:t>driven </a:t>
            </a:r>
            <a:r>
              <a:rPr sz="2300" dirty="0">
                <a:latin typeface="Lucida Sans Unicode"/>
                <a:cs typeface="Lucida Sans Unicode"/>
              </a:rPr>
              <a:t>decisions</a:t>
            </a:r>
            <a:r>
              <a:rPr sz="2300" spc="1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1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customizable</a:t>
            </a:r>
            <a:r>
              <a:rPr sz="2300" spc="155" dirty="0">
                <a:latin typeface="Lucida Sans Unicode"/>
                <a:cs typeface="Lucida Sans Unicode"/>
              </a:rPr>
              <a:t> </a:t>
            </a:r>
            <a:r>
              <a:rPr sz="2300" spc="45" dirty="0">
                <a:latin typeface="Lucida Sans Unicode"/>
                <a:cs typeface="Lucida Sans Unicode"/>
              </a:rPr>
              <a:t>dashboards.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6000" y="2611339"/>
            <a:ext cx="12880340" cy="4643755"/>
          </a:xfrm>
          <a:custGeom>
            <a:avLst/>
            <a:gdLst/>
            <a:ahLst/>
            <a:cxnLst/>
            <a:rect l="l" t="t" r="r" b="b"/>
            <a:pathLst>
              <a:path w="12880340" h="4643755">
                <a:moveTo>
                  <a:pt x="4412513" y="1962785"/>
                </a:moveTo>
                <a:lnTo>
                  <a:pt x="4409745" y="1914664"/>
                </a:lnTo>
                <a:lnTo>
                  <a:pt x="4401617" y="1868170"/>
                </a:lnTo>
                <a:lnTo>
                  <a:pt x="4388459" y="1823618"/>
                </a:lnTo>
                <a:lnTo>
                  <a:pt x="4370578" y="1781314"/>
                </a:lnTo>
                <a:lnTo>
                  <a:pt x="4348277" y="1741563"/>
                </a:lnTo>
                <a:lnTo>
                  <a:pt x="4321861" y="1704695"/>
                </a:lnTo>
                <a:lnTo>
                  <a:pt x="4291647" y="1671002"/>
                </a:lnTo>
                <a:lnTo>
                  <a:pt x="4257954" y="1640789"/>
                </a:lnTo>
                <a:lnTo>
                  <a:pt x="4221086" y="1614373"/>
                </a:lnTo>
                <a:lnTo>
                  <a:pt x="4181335" y="1592072"/>
                </a:lnTo>
                <a:lnTo>
                  <a:pt x="4139031" y="1574190"/>
                </a:lnTo>
                <a:lnTo>
                  <a:pt x="4094480" y="1561033"/>
                </a:lnTo>
                <a:lnTo>
                  <a:pt x="4047985" y="1552905"/>
                </a:lnTo>
                <a:lnTo>
                  <a:pt x="3999865" y="1550136"/>
                </a:lnTo>
                <a:lnTo>
                  <a:pt x="412661" y="1550136"/>
                </a:lnTo>
                <a:lnTo>
                  <a:pt x="364528" y="1552905"/>
                </a:lnTo>
                <a:lnTo>
                  <a:pt x="318046" y="1561033"/>
                </a:lnTo>
                <a:lnTo>
                  <a:pt x="273481" y="1574190"/>
                </a:lnTo>
                <a:lnTo>
                  <a:pt x="231178" y="1592072"/>
                </a:lnTo>
                <a:lnTo>
                  <a:pt x="191439" y="1614373"/>
                </a:lnTo>
                <a:lnTo>
                  <a:pt x="154559" y="1640789"/>
                </a:lnTo>
                <a:lnTo>
                  <a:pt x="120865" y="1671002"/>
                </a:lnTo>
                <a:lnTo>
                  <a:pt x="90665" y="1704695"/>
                </a:lnTo>
                <a:lnTo>
                  <a:pt x="64249" y="1741563"/>
                </a:lnTo>
                <a:lnTo>
                  <a:pt x="41948" y="1781314"/>
                </a:lnTo>
                <a:lnTo>
                  <a:pt x="24066" y="1823618"/>
                </a:lnTo>
                <a:lnTo>
                  <a:pt x="10909" y="1868170"/>
                </a:lnTo>
                <a:lnTo>
                  <a:pt x="2781" y="1914664"/>
                </a:lnTo>
                <a:lnTo>
                  <a:pt x="0" y="1962785"/>
                </a:lnTo>
                <a:lnTo>
                  <a:pt x="2781" y="2010905"/>
                </a:lnTo>
                <a:lnTo>
                  <a:pt x="10909" y="2057400"/>
                </a:lnTo>
                <a:lnTo>
                  <a:pt x="24066" y="2101951"/>
                </a:lnTo>
                <a:lnTo>
                  <a:pt x="41948" y="2144255"/>
                </a:lnTo>
                <a:lnTo>
                  <a:pt x="64249" y="2184006"/>
                </a:lnTo>
                <a:lnTo>
                  <a:pt x="90665" y="2220874"/>
                </a:lnTo>
                <a:lnTo>
                  <a:pt x="120865" y="2254580"/>
                </a:lnTo>
                <a:lnTo>
                  <a:pt x="154559" y="2284780"/>
                </a:lnTo>
                <a:lnTo>
                  <a:pt x="191439" y="2311196"/>
                </a:lnTo>
                <a:lnTo>
                  <a:pt x="231178" y="2333498"/>
                </a:lnTo>
                <a:lnTo>
                  <a:pt x="273481" y="2351379"/>
                </a:lnTo>
                <a:lnTo>
                  <a:pt x="318046" y="2364536"/>
                </a:lnTo>
                <a:lnTo>
                  <a:pt x="364528" y="2372664"/>
                </a:lnTo>
                <a:lnTo>
                  <a:pt x="412661" y="2375433"/>
                </a:lnTo>
                <a:lnTo>
                  <a:pt x="3999865" y="2375433"/>
                </a:lnTo>
                <a:lnTo>
                  <a:pt x="4047985" y="2372664"/>
                </a:lnTo>
                <a:lnTo>
                  <a:pt x="4094480" y="2364536"/>
                </a:lnTo>
                <a:lnTo>
                  <a:pt x="4139031" y="2351379"/>
                </a:lnTo>
                <a:lnTo>
                  <a:pt x="4181335" y="2333498"/>
                </a:lnTo>
                <a:lnTo>
                  <a:pt x="4221086" y="2311196"/>
                </a:lnTo>
                <a:lnTo>
                  <a:pt x="4257954" y="2284780"/>
                </a:lnTo>
                <a:lnTo>
                  <a:pt x="4291647" y="2254580"/>
                </a:lnTo>
                <a:lnTo>
                  <a:pt x="4321861" y="2220874"/>
                </a:lnTo>
                <a:lnTo>
                  <a:pt x="4348277" y="2184006"/>
                </a:lnTo>
                <a:lnTo>
                  <a:pt x="4370578" y="2144255"/>
                </a:lnTo>
                <a:lnTo>
                  <a:pt x="4388459" y="2101951"/>
                </a:lnTo>
                <a:lnTo>
                  <a:pt x="4401617" y="2057400"/>
                </a:lnTo>
                <a:lnTo>
                  <a:pt x="4409745" y="2010905"/>
                </a:lnTo>
                <a:lnTo>
                  <a:pt x="4412513" y="1962785"/>
                </a:lnTo>
                <a:close/>
              </a:path>
              <a:path w="12880340" h="4643755">
                <a:moveTo>
                  <a:pt x="12880188" y="4230700"/>
                </a:moveTo>
                <a:lnTo>
                  <a:pt x="12877419" y="4182567"/>
                </a:lnTo>
                <a:lnTo>
                  <a:pt x="12869291" y="4136085"/>
                </a:lnTo>
                <a:lnTo>
                  <a:pt x="12856134" y="4091521"/>
                </a:lnTo>
                <a:lnTo>
                  <a:pt x="12838252" y="4049217"/>
                </a:lnTo>
                <a:lnTo>
                  <a:pt x="12815951" y="4009479"/>
                </a:lnTo>
                <a:lnTo>
                  <a:pt x="12789535" y="3972598"/>
                </a:lnTo>
                <a:lnTo>
                  <a:pt x="12759335" y="3938905"/>
                </a:lnTo>
                <a:lnTo>
                  <a:pt x="12725629" y="3908704"/>
                </a:lnTo>
                <a:lnTo>
                  <a:pt x="12688761" y="3882288"/>
                </a:lnTo>
                <a:lnTo>
                  <a:pt x="12649010" y="3859987"/>
                </a:lnTo>
                <a:lnTo>
                  <a:pt x="12606706" y="3842105"/>
                </a:lnTo>
                <a:lnTo>
                  <a:pt x="12562154" y="3828948"/>
                </a:lnTo>
                <a:lnTo>
                  <a:pt x="12515660" y="3820820"/>
                </a:lnTo>
                <a:lnTo>
                  <a:pt x="12467539" y="3818039"/>
                </a:lnTo>
                <a:lnTo>
                  <a:pt x="8177263" y="3818039"/>
                </a:lnTo>
                <a:lnTo>
                  <a:pt x="8129143" y="3820820"/>
                </a:lnTo>
                <a:lnTo>
                  <a:pt x="8082648" y="3828948"/>
                </a:lnTo>
                <a:lnTo>
                  <a:pt x="8038097" y="3842105"/>
                </a:lnTo>
                <a:lnTo>
                  <a:pt x="7995793" y="3859987"/>
                </a:lnTo>
                <a:lnTo>
                  <a:pt x="7956055" y="3882288"/>
                </a:lnTo>
                <a:lnTo>
                  <a:pt x="7919174" y="3908704"/>
                </a:lnTo>
                <a:lnTo>
                  <a:pt x="7885481" y="3938905"/>
                </a:lnTo>
                <a:lnTo>
                  <a:pt x="7855267" y="3972598"/>
                </a:lnTo>
                <a:lnTo>
                  <a:pt x="7828864" y="4009479"/>
                </a:lnTo>
                <a:lnTo>
                  <a:pt x="7806563" y="4049217"/>
                </a:lnTo>
                <a:lnTo>
                  <a:pt x="7788669" y="4091521"/>
                </a:lnTo>
                <a:lnTo>
                  <a:pt x="7775511" y="4136085"/>
                </a:lnTo>
                <a:lnTo>
                  <a:pt x="7767396" y="4182567"/>
                </a:lnTo>
                <a:lnTo>
                  <a:pt x="7764615" y="4230700"/>
                </a:lnTo>
                <a:lnTo>
                  <a:pt x="7767396" y="4278820"/>
                </a:lnTo>
                <a:lnTo>
                  <a:pt x="7775511" y="4325315"/>
                </a:lnTo>
                <a:lnTo>
                  <a:pt x="7788669" y="4369867"/>
                </a:lnTo>
                <a:lnTo>
                  <a:pt x="7806563" y="4412170"/>
                </a:lnTo>
                <a:lnTo>
                  <a:pt x="7828864" y="4451909"/>
                </a:lnTo>
                <a:lnTo>
                  <a:pt x="7855267" y="4488789"/>
                </a:lnTo>
                <a:lnTo>
                  <a:pt x="7885481" y="4522482"/>
                </a:lnTo>
                <a:lnTo>
                  <a:pt x="7919174" y="4552696"/>
                </a:lnTo>
                <a:lnTo>
                  <a:pt x="7956055" y="4579099"/>
                </a:lnTo>
                <a:lnTo>
                  <a:pt x="7995793" y="4601400"/>
                </a:lnTo>
                <a:lnTo>
                  <a:pt x="8038097" y="4619295"/>
                </a:lnTo>
                <a:lnTo>
                  <a:pt x="8082648" y="4632452"/>
                </a:lnTo>
                <a:lnTo>
                  <a:pt x="8129143" y="4640567"/>
                </a:lnTo>
                <a:lnTo>
                  <a:pt x="8177263" y="4643348"/>
                </a:lnTo>
                <a:lnTo>
                  <a:pt x="12467539" y="4643348"/>
                </a:lnTo>
                <a:lnTo>
                  <a:pt x="12515660" y="4640567"/>
                </a:lnTo>
                <a:lnTo>
                  <a:pt x="12562154" y="4632452"/>
                </a:lnTo>
                <a:lnTo>
                  <a:pt x="12606706" y="4619295"/>
                </a:lnTo>
                <a:lnTo>
                  <a:pt x="12649010" y="4601400"/>
                </a:lnTo>
                <a:lnTo>
                  <a:pt x="12688761" y="4579099"/>
                </a:lnTo>
                <a:lnTo>
                  <a:pt x="12725629" y="4552696"/>
                </a:lnTo>
                <a:lnTo>
                  <a:pt x="12759335" y="4522482"/>
                </a:lnTo>
                <a:lnTo>
                  <a:pt x="12789535" y="4488789"/>
                </a:lnTo>
                <a:lnTo>
                  <a:pt x="12815951" y="4451909"/>
                </a:lnTo>
                <a:lnTo>
                  <a:pt x="12838252" y="4412170"/>
                </a:lnTo>
                <a:lnTo>
                  <a:pt x="12856134" y="4369867"/>
                </a:lnTo>
                <a:lnTo>
                  <a:pt x="12869291" y="4325315"/>
                </a:lnTo>
                <a:lnTo>
                  <a:pt x="12877419" y="4278820"/>
                </a:lnTo>
                <a:lnTo>
                  <a:pt x="12880188" y="4230700"/>
                </a:lnTo>
                <a:close/>
              </a:path>
              <a:path w="12880340" h="4643755">
                <a:moveTo>
                  <a:pt x="12880188" y="412648"/>
                </a:moveTo>
                <a:lnTo>
                  <a:pt x="12877419" y="364528"/>
                </a:lnTo>
                <a:lnTo>
                  <a:pt x="12869291" y="318033"/>
                </a:lnTo>
                <a:lnTo>
                  <a:pt x="12856134" y="273481"/>
                </a:lnTo>
                <a:lnTo>
                  <a:pt x="12838252" y="231178"/>
                </a:lnTo>
                <a:lnTo>
                  <a:pt x="12815951" y="191427"/>
                </a:lnTo>
                <a:lnTo>
                  <a:pt x="12789535" y="154559"/>
                </a:lnTo>
                <a:lnTo>
                  <a:pt x="12759335" y="120853"/>
                </a:lnTo>
                <a:lnTo>
                  <a:pt x="12725629" y="90652"/>
                </a:lnTo>
                <a:lnTo>
                  <a:pt x="12688761" y="64236"/>
                </a:lnTo>
                <a:lnTo>
                  <a:pt x="12649010" y="41935"/>
                </a:lnTo>
                <a:lnTo>
                  <a:pt x="12606706" y="24053"/>
                </a:lnTo>
                <a:lnTo>
                  <a:pt x="12562154" y="10896"/>
                </a:lnTo>
                <a:lnTo>
                  <a:pt x="12515660" y="2768"/>
                </a:lnTo>
                <a:lnTo>
                  <a:pt x="12467539" y="0"/>
                </a:lnTo>
                <a:lnTo>
                  <a:pt x="8177263" y="0"/>
                </a:lnTo>
                <a:lnTo>
                  <a:pt x="8129143" y="2768"/>
                </a:lnTo>
                <a:lnTo>
                  <a:pt x="8082648" y="10896"/>
                </a:lnTo>
                <a:lnTo>
                  <a:pt x="8038097" y="24053"/>
                </a:lnTo>
                <a:lnTo>
                  <a:pt x="7995793" y="41935"/>
                </a:lnTo>
                <a:lnTo>
                  <a:pt x="7956055" y="64236"/>
                </a:lnTo>
                <a:lnTo>
                  <a:pt x="7919174" y="90652"/>
                </a:lnTo>
                <a:lnTo>
                  <a:pt x="7885481" y="120853"/>
                </a:lnTo>
                <a:lnTo>
                  <a:pt x="7855267" y="154559"/>
                </a:lnTo>
                <a:lnTo>
                  <a:pt x="7828864" y="191427"/>
                </a:lnTo>
                <a:lnTo>
                  <a:pt x="7806563" y="231178"/>
                </a:lnTo>
                <a:lnTo>
                  <a:pt x="7788669" y="273481"/>
                </a:lnTo>
                <a:lnTo>
                  <a:pt x="7775511" y="318033"/>
                </a:lnTo>
                <a:lnTo>
                  <a:pt x="7767396" y="364528"/>
                </a:lnTo>
                <a:lnTo>
                  <a:pt x="7764615" y="412648"/>
                </a:lnTo>
                <a:lnTo>
                  <a:pt x="7767396" y="460768"/>
                </a:lnTo>
                <a:lnTo>
                  <a:pt x="7775511" y="507263"/>
                </a:lnTo>
                <a:lnTo>
                  <a:pt x="7788669" y="551815"/>
                </a:lnTo>
                <a:lnTo>
                  <a:pt x="7806563" y="594118"/>
                </a:lnTo>
                <a:lnTo>
                  <a:pt x="7828864" y="633869"/>
                </a:lnTo>
                <a:lnTo>
                  <a:pt x="7855267" y="670737"/>
                </a:lnTo>
                <a:lnTo>
                  <a:pt x="7885481" y="704430"/>
                </a:lnTo>
                <a:lnTo>
                  <a:pt x="7919174" y="734644"/>
                </a:lnTo>
                <a:lnTo>
                  <a:pt x="7956055" y="761047"/>
                </a:lnTo>
                <a:lnTo>
                  <a:pt x="7995793" y="783361"/>
                </a:lnTo>
                <a:lnTo>
                  <a:pt x="8038097" y="801243"/>
                </a:lnTo>
                <a:lnTo>
                  <a:pt x="8082648" y="814400"/>
                </a:lnTo>
                <a:lnTo>
                  <a:pt x="8129143" y="822515"/>
                </a:lnTo>
                <a:lnTo>
                  <a:pt x="8177263" y="825296"/>
                </a:lnTo>
                <a:lnTo>
                  <a:pt x="12467539" y="825296"/>
                </a:lnTo>
                <a:lnTo>
                  <a:pt x="12515660" y="822515"/>
                </a:lnTo>
                <a:lnTo>
                  <a:pt x="12562154" y="814400"/>
                </a:lnTo>
                <a:lnTo>
                  <a:pt x="12606706" y="801243"/>
                </a:lnTo>
                <a:lnTo>
                  <a:pt x="12649010" y="783361"/>
                </a:lnTo>
                <a:lnTo>
                  <a:pt x="12688761" y="761047"/>
                </a:lnTo>
                <a:lnTo>
                  <a:pt x="12725629" y="734644"/>
                </a:lnTo>
                <a:lnTo>
                  <a:pt x="12759335" y="704430"/>
                </a:lnTo>
                <a:lnTo>
                  <a:pt x="12789535" y="670737"/>
                </a:lnTo>
                <a:lnTo>
                  <a:pt x="12815951" y="633869"/>
                </a:lnTo>
                <a:lnTo>
                  <a:pt x="12838252" y="594118"/>
                </a:lnTo>
                <a:lnTo>
                  <a:pt x="12856134" y="551815"/>
                </a:lnTo>
                <a:lnTo>
                  <a:pt x="12869291" y="507263"/>
                </a:lnTo>
                <a:lnTo>
                  <a:pt x="12877419" y="460768"/>
                </a:lnTo>
                <a:lnTo>
                  <a:pt x="12880188" y="412648"/>
                </a:lnTo>
                <a:close/>
              </a:path>
            </a:pathLst>
          </a:custGeom>
          <a:solidFill>
            <a:srgbClr val="2098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4000" y="6567496"/>
            <a:ext cx="425005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90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2650" b="1" spc="-3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-10" dirty="0">
                <a:solidFill>
                  <a:srgbClr val="FFFFFF"/>
                </a:solidFill>
                <a:latin typeface="Trebuchet MS"/>
                <a:cs typeface="Trebuchet MS"/>
              </a:rPr>
              <a:t>Reporting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1811" y="4357245"/>
            <a:ext cx="3140710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114" dirty="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sz="2650" b="1" dirty="0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sz="265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90" dirty="0">
                <a:solidFill>
                  <a:srgbClr val="FFFFFF"/>
                </a:solidFill>
                <a:latin typeface="Trebuchet MS"/>
                <a:cs typeface="Trebuchet MS"/>
              </a:rPr>
              <a:t>Updates</a:t>
            </a:r>
            <a:endParaRPr sz="265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0633" y="2764214"/>
            <a:ext cx="3237865" cy="433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b="1" spc="150" dirty="0">
                <a:solidFill>
                  <a:srgbClr val="FFFFFF"/>
                </a:solidFill>
                <a:latin typeface="Trebuchet MS"/>
                <a:cs typeface="Trebuchet MS"/>
              </a:rPr>
              <a:t>Seamless</a:t>
            </a:r>
            <a:r>
              <a:rPr sz="2650" b="1" spc="-3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15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sz="2650" b="1" spc="-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650" b="1" spc="-20" dirty="0">
                <a:solidFill>
                  <a:srgbClr val="FFFFFF"/>
                </a:solidFill>
                <a:latin typeface="Trebuchet MS"/>
                <a:cs typeface="Trebuchet MS"/>
              </a:rPr>
              <a:t>Flow</a:t>
            </a:r>
            <a:endParaRPr sz="26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8287999" cy="10287001"/>
            <a:chOff x="0" y="-1"/>
            <a:chExt cx="18287999" cy="1028700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485579"/>
              <a:ext cx="18287999" cy="68014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8637905" cy="10287000"/>
            </a:xfrm>
            <a:custGeom>
              <a:avLst/>
              <a:gdLst/>
              <a:ahLst/>
              <a:cxnLst/>
              <a:rect l="l" t="t" r="r" b="b"/>
              <a:pathLst>
                <a:path w="8637905" h="10287000">
                  <a:moveTo>
                    <a:pt x="8637590" y="10287000"/>
                  </a:moveTo>
                  <a:lnTo>
                    <a:pt x="751777" y="10286999"/>
                  </a:lnTo>
                  <a:lnTo>
                    <a:pt x="0" y="8160749"/>
                  </a:lnTo>
                  <a:lnTo>
                    <a:pt x="0" y="0"/>
                  </a:lnTo>
                  <a:lnTo>
                    <a:pt x="5000421" y="0"/>
                  </a:lnTo>
                  <a:lnTo>
                    <a:pt x="8637590" y="10287000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1387" y="0"/>
              <a:ext cx="4098883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4824730" cy="10287000"/>
            </a:xfrm>
            <a:custGeom>
              <a:avLst/>
              <a:gdLst/>
              <a:ahLst/>
              <a:cxnLst/>
              <a:rect l="l" t="t" r="r" b="b"/>
              <a:pathLst>
                <a:path w="4824730" h="10287000">
                  <a:moveTo>
                    <a:pt x="4824224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187055" y="0"/>
                  </a:lnTo>
                  <a:lnTo>
                    <a:pt x="4824224" y="10286999"/>
                  </a:lnTo>
                  <a:close/>
                </a:path>
              </a:pathLst>
            </a:custGeom>
            <a:solidFill>
              <a:srgbClr val="3850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816" y="1462288"/>
              <a:ext cx="6973020" cy="73581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2813" y="1462289"/>
              <a:ext cx="6972300" cy="7362190"/>
            </a:xfrm>
            <a:custGeom>
              <a:avLst/>
              <a:gdLst/>
              <a:ahLst/>
              <a:cxnLst/>
              <a:rect l="l" t="t" r="r" b="b"/>
              <a:pathLst>
                <a:path w="6972300" h="7362190">
                  <a:moveTo>
                    <a:pt x="6737358" y="7362124"/>
                  </a:moveTo>
                  <a:lnTo>
                    <a:pt x="6819738" y="7349327"/>
                  </a:lnTo>
                  <a:lnTo>
                    <a:pt x="6859327" y="7332954"/>
                  </a:lnTo>
                  <a:lnTo>
                    <a:pt x="6893618" y="7310904"/>
                  </a:lnTo>
                  <a:lnTo>
                    <a:pt x="6922249" y="7283685"/>
                  </a:lnTo>
                  <a:lnTo>
                    <a:pt x="6944855" y="7251807"/>
                  </a:lnTo>
                  <a:lnTo>
                    <a:pt x="6960935" y="7215721"/>
                  </a:lnTo>
                  <a:lnTo>
                    <a:pt x="6970402" y="7176094"/>
                  </a:lnTo>
                  <a:lnTo>
                    <a:pt x="6972302" y="7141797"/>
                  </a:lnTo>
                </a:path>
                <a:path w="6972300" h="7362190">
                  <a:moveTo>
                    <a:pt x="6972187" y="7128158"/>
                  </a:moveTo>
                  <a:lnTo>
                    <a:pt x="6967794" y="7087975"/>
                  </a:lnTo>
                  <a:lnTo>
                    <a:pt x="6954866" y="7040503"/>
                  </a:lnTo>
                  <a:lnTo>
                    <a:pt x="4944835" y="1309066"/>
                  </a:lnTo>
                  <a:lnTo>
                    <a:pt x="4928075" y="1268180"/>
                  </a:lnTo>
                  <a:lnTo>
                    <a:pt x="4906811" y="1227653"/>
                  </a:lnTo>
                  <a:lnTo>
                    <a:pt x="4881474" y="1187868"/>
                  </a:lnTo>
                  <a:lnTo>
                    <a:pt x="4852489" y="1149201"/>
                  </a:lnTo>
                  <a:lnTo>
                    <a:pt x="4820283" y="1112030"/>
                  </a:lnTo>
                  <a:lnTo>
                    <a:pt x="4785283" y="1076734"/>
                  </a:lnTo>
                  <a:lnTo>
                    <a:pt x="4747915" y="1043688"/>
                  </a:lnTo>
                  <a:lnTo>
                    <a:pt x="4708606" y="1013272"/>
                  </a:lnTo>
                  <a:lnTo>
                    <a:pt x="4667781" y="985863"/>
                  </a:lnTo>
                  <a:lnTo>
                    <a:pt x="4625868" y="961839"/>
                  </a:lnTo>
                  <a:lnTo>
                    <a:pt x="4583292" y="941577"/>
                  </a:lnTo>
                  <a:lnTo>
                    <a:pt x="4540480" y="925456"/>
                  </a:lnTo>
                  <a:lnTo>
                    <a:pt x="4497859" y="913853"/>
                  </a:lnTo>
                  <a:lnTo>
                    <a:pt x="333850" y="6978"/>
                  </a:lnTo>
                  <a:lnTo>
                    <a:pt x="284682" y="0"/>
                  </a:lnTo>
                  <a:lnTo>
                    <a:pt x="237694" y="583"/>
                  </a:lnTo>
                  <a:lnTo>
                    <a:pt x="193417" y="8306"/>
                  </a:lnTo>
                  <a:lnTo>
                    <a:pt x="152378" y="22742"/>
                  </a:lnTo>
                  <a:lnTo>
                    <a:pt x="115103" y="43468"/>
                  </a:lnTo>
                  <a:lnTo>
                    <a:pt x="82119" y="70058"/>
                  </a:lnTo>
                  <a:lnTo>
                    <a:pt x="53954" y="102086"/>
                  </a:lnTo>
                  <a:lnTo>
                    <a:pt x="31134" y="139127"/>
                  </a:lnTo>
                  <a:lnTo>
                    <a:pt x="14184" y="180757"/>
                  </a:lnTo>
                  <a:lnTo>
                    <a:pt x="3631" y="226549"/>
                  </a:lnTo>
                  <a:lnTo>
                    <a:pt x="0" y="276079"/>
                  </a:lnTo>
                  <a:lnTo>
                    <a:pt x="2" y="7021214"/>
                  </a:lnTo>
                  <a:lnTo>
                    <a:pt x="3131" y="7067419"/>
                  </a:lnTo>
                  <a:lnTo>
                    <a:pt x="12245" y="7111788"/>
                  </a:lnTo>
                  <a:lnTo>
                    <a:pt x="26938" y="7153905"/>
                  </a:lnTo>
                  <a:lnTo>
                    <a:pt x="46794" y="7193355"/>
                  </a:lnTo>
                  <a:lnTo>
                    <a:pt x="71399" y="7229721"/>
                  </a:lnTo>
                  <a:lnTo>
                    <a:pt x="100337" y="7262588"/>
                  </a:lnTo>
                  <a:lnTo>
                    <a:pt x="133193" y="7291541"/>
                  </a:lnTo>
                  <a:lnTo>
                    <a:pt x="169552" y="7316162"/>
                  </a:lnTo>
                  <a:lnTo>
                    <a:pt x="208999" y="7336037"/>
                  </a:lnTo>
                  <a:lnTo>
                    <a:pt x="251118" y="7350748"/>
                  </a:lnTo>
                  <a:lnTo>
                    <a:pt x="295493" y="7359881"/>
                  </a:lnTo>
                  <a:lnTo>
                    <a:pt x="329988" y="7362156"/>
                  </a:lnTo>
                </a:path>
              </a:pathLst>
            </a:custGeom>
            <a:ln w="2285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32658" y="-1"/>
              <a:ext cx="4542293" cy="102870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2405" y="8279164"/>
              <a:ext cx="970915" cy="978535"/>
            </a:xfrm>
            <a:custGeom>
              <a:avLst/>
              <a:gdLst/>
              <a:ahLst/>
              <a:cxnLst/>
              <a:rect l="l" t="t" r="r" b="b"/>
              <a:pathLst>
                <a:path w="970915" h="978534">
                  <a:moveTo>
                    <a:pt x="213325" y="61297"/>
                  </a:moveTo>
                  <a:lnTo>
                    <a:pt x="201394" y="58889"/>
                  </a:lnTo>
                  <a:lnTo>
                    <a:pt x="191652" y="52320"/>
                  </a:lnTo>
                  <a:lnTo>
                    <a:pt x="185084" y="42578"/>
                  </a:lnTo>
                  <a:lnTo>
                    <a:pt x="182676" y="30648"/>
                  </a:lnTo>
                  <a:lnTo>
                    <a:pt x="185084" y="18718"/>
                  </a:lnTo>
                  <a:lnTo>
                    <a:pt x="191652" y="8976"/>
                  </a:lnTo>
                  <a:lnTo>
                    <a:pt x="201394" y="2408"/>
                  </a:lnTo>
                  <a:lnTo>
                    <a:pt x="213325" y="0"/>
                  </a:lnTo>
                  <a:lnTo>
                    <a:pt x="225254" y="2408"/>
                  </a:lnTo>
                  <a:lnTo>
                    <a:pt x="234996" y="8976"/>
                  </a:lnTo>
                  <a:lnTo>
                    <a:pt x="241565" y="18718"/>
                  </a:lnTo>
                  <a:lnTo>
                    <a:pt x="243973" y="30648"/>
                  </a:lnTo>
                  <a:lnTo>
                    <a:pt x="241565" y="42578"/>
                  </a:lnTo>
                  <a:lnTo>
                    <a:pt x="234996" y="52320"/>
                  </a:lnTo>
                  <a:lnTo>
                    <a:pt x="225254" y="58889"/>
                  </a:lnTo>
                  <a:lnTo>
                    <a:pt x="213325" y="61297"/>
                  </a:lnTo>
                  <a:close/>
                </a:path>
                <a:path w="970915" h="978534">
                  <a:moveTo>
                    <a:pt x="30648" y="61297"/>
                  </a:moveTo>
                  <a:lnTo>
                    <a:pt x="18718" y="58889"/>
                  </a:lnTo>
                  <a:lnTo>
                    <a:pt x="8976" y="52320"/>
                  </a:lnTo>
                  <a:lnTo>
                    <a:pt x="2408" y="42578"/>
                  </a:lnTo>
                  <a:lnTo>
                    <a:pt x="0" y="30648"/>
                  </a:lnTo>
                  <a:lnTo>
                    <a:pt x="2408" y="18718"/>
                  </a:lnTo>
                  <a:lnTo>
                    <a:pt x="8976" y="8976"/>
                  </a:lnTo>
                  <a:lnTo>
                    <a:pt x="18718" y="2408"/>
                  </a:lnTo>
                  <a:lnTo>
                    <a:pt x="30648" y="0"/>
                  </a:lnTo>
                  <a:lnTo>
                    <a:pt x="42578" y="2408"/>
                  </a:lnTo>
                  <a:lnTo>
                    <a:pt x="52320" y="8976"/>
                  </a:lnTo>
                  <a:lnTo>
                    <a:pt x="58888" y="18718"/>
                  </a:lnTo>
                  <a:lnTo>
                    <a:pt x="61297" y="30648"/>
                  </a:lnTo>
                  <a:lnTo>
                    <a:pt x="58889" y="42578"/>
                  </a:lnTo>
                  <a:lnTo>
                    <a:pt x="52320" y="52320"/>
                  </a:lnTo>
                  <a:lnTo>
                    <a:pt x="42578" y="58889"/>
                  </a:lnTo>
                  <a:lnTo>
                    <a:pt x="30648" y="61297"/>
                  </a:lnTo>
                  <a:close/>
                </a:path>
                <a:path w="970915" h="978534">
                  <a:moveTo>
                    <a:pt x="396001" y="61297"/>
                  </a:moveTo>
                  <a:lnTo>
                    <a:pt x="384071" y="58889"/>
                  </a:lnTo>
                  <a:lnTo>
                    <a:pt x="374329" y="52320"/>
                  </a:lnTo>
                  <a:lnTo>
                    <a:pt x="367761" y="42578"/>
                  </a:lnTo>
                  <a:lnTo>
                    <a:pt x="365352" y="30648"/>
                  </a:lnTo>
                  <a:lnTo>
                    <a:pt x="367761" y="18718"/>
                  </a:lnTo>
                  <a:lnTo>
                    <a:pt x="374329" y="8976"/>
                  </a:lnTo>
                  <a:lnTo>
                    <a:pt x="384071" y="2408"/>
                  </a:lnTo>
                  <a:lnTo>
                    <a:pt x="396001" y="0"/>
                  </a:lnTo>
                  <a:lnTo>
                    <a:pt x="407930" y="2408"/>
                  </a:lnTo>
                  <a:lnTo>
                    <a:pt x="417673" y="8976"/>
                  </a:lnTo>
                  <a:lnTo>
                    <a:pt x="424241" y="18718"/>
                  </a:lnTo>
                  <a:lnTo>
                    <a:pt x="426650" y="30648"/>
                  </a:lnTo>
                  <a:lnTo>
                    <a:pt x="424241" y="42578"/>
                  </a:lnTo>
                  <a:lnTo>
                    <a:pt x="417673" y="52320"/>
                  </a:lnTo>
                  <a:lnTo>
                    <a:pt x="407931" y="58889"/>
                  </a:lnTo>
                  <a:lnTo>
                    <a:pt x="396001" y="61297"/>
                  </a:lnTo>
                  <a:close/>
                </a:path>
                <a:path w="970915" h="978534">
                  <a:moveTo>
                    <a:pt x="757529" y="61297"/>
                  </a:moveTo>
                  <a:lnTo>
                    <a:pt x="745598" y="58889"/>
                  </a:lnTo>
                  <a:lnTo>
                    <a:pt x="735856" y="52320"/>
                  </a:lnTo>
                  <a:lnTo>
                    <a:pt x="729288" y="42578"/>
                  </a:lnTo>
                  <a:lnTo>
                    <a:pt x="726880" y="30648"/>
                  </a:lnTo>
                  <a:lnTo>
                    <a:pt x="729288" y="18718"/>
                  </a:lnTo>
                  <a:lnTo>
                    <a:pt x="735856" y="8976"/>
                  </a:lnTo>
                  <a:lnTo>
                    <a:pt x="745598" y="2408"/>
                  </a:lnTo>
                  <a:lnTo>
                    <a:pt x="757529" y="0"/>
                  </a:lnTo>
                  <a:lnTo>
                    <a:pt x="769458" y="2408"/>
                  </a:lnTo>
                  <a:lnTo>
                    <a:pt x="779200" y="8976"/>
                  </a:lnTo>
                  <a:lnTo>
                    <a:pt x="785769" y="18718"/>
                  </a:lnTo>
                  <a:lnTo>
                    <a:pt x="788178" y="30648"/>
                  </a:lnTo>
                  <a:lnTo>
                    <a:pt x="785769" y="42578"/>
                  </a:lnTo>
                  <a:lnTo>
                    <a:pt x="779201" y="52320"/>
                  </a:lnTo>
                  <a:lnTo>
                    <a:pt x="769458" y="58889"/>
                  </a:lnTo>
                  <a:lnTo>
                    <a:pt x="757529" y="61297"/>
                  </a:lnTo>
                  <a:close/>
                </a:path>
                <a:path w="970915" h="978534">
                  <a:moveTo>
                    <a:pt x="574853" y="61297"/>
                  </a:moveTo>
                  <a:lnTo>
                    <a:pt x="562922" y="58889"/>
                  </a:lnTo>
                  <a:lnTo>
                    <a:pt x="553180" y="52320"/>
                  </a:lnTo>
                  <a:lnTo>
                    <a:pt x="546612" y="42578"/>
                  </a:lnTo>
                  <a:lnTo>
                    <a:pt x="544204" y="30648"/>
                  </a:lnTo>
                  <a:lnTo>
                    <a:pt x="546612" y="18718"/>
                  </a:lnTo>
                  <a:lnTo>
                    <a:pt x="553180" y="8976"/>
                  </a:lnTo>
                  <a:lnTo>
                    <a:pt x="562922" y="2408"/>
                  </a:lnTo>
                  <a:lnTo>
                    <a:pt x="574853" y="0"/>
                  </a:lnTo>
                  <a:lnTo>
                    <a:pt x="586782" y="2408"/>
                  </a:lnTo>
                  <a:lnTo>
                    <a:pt x="596524" y="8976"/>
                  </a:lnTo>
                  <a:lnTo>
                    <a:pt x="603093" y="18718"/>
                  </a:lnTo>
                  <a:lnTo>
                    <a:pt x="605501" y="30648"/>
                  </a:lnTo>
                  <a:lnTo>
                    <a:pt x="603093" y="42578"/>
                  </a:lnTo>
                  <a:lnTo>
                    <a:pt x="596524" y="52320"/>
                  </a:lnTo>
                  <a:lnTo>
                    <a:pt x="586782" y="58889"/>
                  </a:lnTo>
                  <a:lnTo>
                    <a:pt x="574853" y="61297"/>
                  </a:lnTo>
                  <a:close/>
                </a:path>
                <a:path w="970915" h="978534">
                  <a:moveTo>
                    <a:pt x="940205" y="61297"/>
                  </a:moveTo>
                  <a:lnTo>
                    <a:pt x="928275" y="58889"/>
                  </a:lnTo>
                  <a:lnTo>
                    <a:pt x="918533" y="52320"/>
                  </a:lnTo>
                  <a:lnTo>
                    <a:pt x="911965" y="42578"/>
                  </a:lnTo>
                  <a:lnTo>
                    <a:pt x="909556" y="30648"/>
                  </a:lnTo>
                  <a:lnTo>
                    <a:pt x="911965" y="18718"/>
                  </a:lnTo>
                  <a:lnTo>
                    <a:pt x="918533" y="8976"/>
                  </a:lnTo>
                  <a:lnTo>
                    <a:pt x="928275" y="2408"/>
                  </a:lnTo>
                  <a:lnTo>
                    <a:pt x="940205" y="0"/>
                  </a:lnTo>
                  <a:lnTo>
                    <a:pt x="952135" y="2408"/>
                  </a:lnTo>
                  <a:lnTo>
                    <a:pt x="961877" y="8976"/>
                  </a:lnTo>
                  <a:lnTo>
                    <a:pt x="968445" y="18718"/>
                  </a:lnTo>
                  <a:lnTo>
                    <a:pt x="970854" y="30648"/>
                  </a:lnTo>
                  <a:lnTo>
                    <a:pt x="968445" y="42578"/>
                  </a:lnTo>
                  <a:lnTo>
                    <a:pt x="961877" y="52320"/>
                  </a:lnTo>
                  <a:lnTo>
                    <a:pt x="952135" y="58889"/>
                  </a:lnTo>
                  <a:lnTo>
                    <a:pt x="940205" y="61297"/>
                  </a:lnTo>
                  <a:close/>
                </a:path>
                <a:path w="970915" h="978534">
                  <a:moveTo>
                    <a:pt x="213325" y="978132"/>
                  </a:moveTo>
                  <a:lnTo>
                    <a:pt x="201394" y="975724"/>
                  </a:lnTo>
                  <a:lnTo>
                    <a:pt x="191652" y="969156"/>
                  </a:lnTo>
                  <a:lnTo>
                    <a:pt x="185084" y="959414"/>
                  </a:lnTo>
                  <a:lnTo>
                    <a:pt x="182676" y="947484"/>
                  </a:lnTo>
                  <a:lnTo>
                    <a:pt x="185084" y="935554"/>
                  </a:lnTo>
                  <a:lnTo>
                    <a:pt x="191652" y="925812"/>
                  </a:lnTo>
                  <a:lnTo>
                    <a:pt x="201395" y="919243"/>
                  </a:lnTo>
                  <a:lnTo>
                    <a:pt x="213325" y="916835"/>
                  </a:lnTo>
                  <a:lnTo>
                    <a:pt x="225254" y="919243"/>
                  </a:lnTo>
                  <a:lnTo>
                    <a:pt x="234996" y="925812"/>
                  </a:lnTo>
                  <a:lnTo>
                    <a:pt x="241565" y="935554"/>
                  </a:lnTo>
                  <a:lnTo>
                    <a:pt x="243973" y="947484"/>
                  </a:lnTo>
                  <a:lnTo>
                    <a:pt x="241565" y="959414"/>
                  </a:lnTo>
                  <a:lnTo>
                    <a:pt x="234996" y="969156"/>
                  </a:lnTo>
                  <a:lnTo>
                    <a:pt x="225254" y="975724"/>
                  </a:lnTo>
                  <a:lnTo>
                    <a:pt x="213325" y="978132"/>
                  </a:lnTo>
                  <a:close/>
                </a:path>
                <a:path w="970915" h="978534">
                  <a:moveTo>
                    <a:pt x="213325" y="795456"/>
                  </a:moveTo>
                  <a:lnTo>
                    <a:pt x="201394" y="793048"/>
                  </a:lnTo>
                  <a:lnTo>
                    <a:pt x="191652" y="786480"/>
                  </a:lnTo>
                  <a:lnTo>
                    <a:pt x="185084" y="776738"/>
                  </a:lnTo>
                  <a:lnTo>
                    <a:pt x="182676" y="764807"/>
                  </a:lnTo>
                  <a:lnTo>
                    <a:pt x="185084" y="752878"/>
                  </a:lnTo>
                  <a:lnTo>
                    <a:pt x="191652" y="743136"/>
                  </a:lnTo>
                  <a:lnTo>
                    <a:pt x="201394" y="736567"/>
                  </a:lnTo>
                  <a:lnTo>
                    <a:pt x="213325" y="734159"/>
                  </a:lnTo>
                  <a:lnTo>
                    <a:pt x="225254" y="736567"/>
                  </a:lnTo>
                  <a:lnTo>
                    <a:pt x="234996" y="743136"/>
                  </a:lnTo>
                  <a:lnTo>
                    <a:pt x="241565" y="752878"/>
                  </a:lnTo>
                  <a:lnTo>
                    <a:pt x="243973" y="764807"/>
                  </a:lnTo>
                  <a:lnTo>
                    <a:pt x="241565" y="776738"/>
                  </a:lnTo>
                  <a:lnTo>
                    <a:pt x="234996" y="786480"/>
                  </a:lnTo>
                  <a:lnTo>
                    <a:pt x="225254" y="793048"/>
                  </a:lnTo>
                  <a:lnTo>
                    <a:pt x="213325" y="795456"/>
                  </a:lnTo>
                  <a:close/>
                </a:path>
                <a:path w="970915" h="978534">
                  <a:moveTo>
                    <a:pt x="396001" y="795456"/>
                  </a:moveTo>
                  <a:lnTo>
                    <a:pt x="384071" y="793048"/>
                  </a:lnTo>
                  <a:lnTo>
                    <a:pt x="374329" y="786480"/>
                  </a:lnTo>
                  <a:lnTo>
                    <a:pt x="367761" y="776738"/>
                  </a:lnTo>
                  <a:lnTo>
                    <a:pt x="365352" y="764807"/>
                  </a:lnTo>
                  <a:lnTo>
                    <a:pt x="367761" y="752878"/>
                  </a:lnTo>
                  <a:lnTo>
                    <a:pt x="374329" y="743136"/>
                  </a:lnTo>
                  <a:lnTo>
                    <a:pt x="384071" y="736567"/>
                  </a:lnTo>
                  <a:lnTo>
                    <a:pt x="396001" y="734159"/>
                  </a:lnTo>
                  <a:lnTo>
                    <a:pt x="407931" y="736567"/>
                  </a:lnTo>
                  <a:lnTo>
                    <a:pt x="417673" y="743136"/>
                  </a:lnTo>
                  <a:lnTo>
                    <a:pt x="424241" y="752878"/>
                  </a:lnTo>
                  <a:lnTo>
                    <a:pt x="426650" y="764807"/>
                  </a:lnTo>
                  <a:lnTo>
                    <a:pt x="424241" y="776738"/>
                  </a:lnTo>
                  <a:lnTo>
                    <a:pt x="417673" y="786480"/>
                  </a:lnTo>
                  <a:lnTo>
                    <a:pt x="407931" y="793048"/>
                  </a:lnTo>
                  <a:lnTo>
                    <a:pt x="396001" y="795456"/>
                  </a:lnTo>
                  <a:close/>
                </a:path>
                <a:path w="970915" h="978534">
                  <a:moveTo>
                    <a:pt x="30648" y="978132"/>
                  </a:moveTo>
                  <a:lnTo>
                    <a:pt x="18718" y="975724"/>
                  </a:lnTo>
                  <a:lnTo>
                    <a:pt x="8976" y="969156"/>
                  </a:lnTo>
                  <a:lnTo>
                    <a:pt x="2408" y="959414"/>
                  </a:lnTo>
                  <a:lnTo>
                    <a:pt x="0" y="947484"/>
                  </a:lnTo>
                  <a:lnTo>
                    <a:pt x="2408" y="935554"/>
                  </a:lnTo>
                  <a:lnTo>
                    <a:pt x="8976" y="925812"/>
                  </a:lnTo>
                  <a:lnTo>
                    <a:pt x="18719" y="919243"/>
                  </a:lnTo>
                  <a:lnTo>
                    <a:pt x="30648" y="916835"/>
                  </a:lnTo>
                  <a:lnTo>
                    <a:pt x="42578" y="919243"/>
                  </a:lnTo>
                  <a:lnTo>
                    <a:pt x="52320" y="925812"/>
                  </a:lnTo>
                  <a:lnTo>
                    <a:pt x="58889" y="935554"/>
                  </a:lnTo>
                  <a:lnTo>
                    <a:pt x="61297" y="947484"/>
                  </a:lnTo>
                  <a:lnTo>
                    <a:pt x="58889" y="959414"/>
                  </a:lnTo>
                  <a:lnTo>
                    <a:pt x="52320" y="969156"/>
                  </a:lnTo>
                  <a:lnTo>
                    <a:pt x="42578" y="975724"/>
                  </a:lnTo>
                  <a:lnTo>
                    <a:pt x="30648" y="978132"/>
                  </a:lnTo>
                  <a:close/>
                </a:path>
                <a:path w="970915" h="978534">
                  <a:moveTo>
                    <a:pt x="396001" y="978132"/>
                  </a:moveTo>
                  <a:lnTo>
                    <a:pt x="384071" y="975724"/>
                  </a:lnTo>
                  <a:lnTo>
                    <a:pt x="374329" y="969156"/>
                  </a:lnTo>
                  <a:lnTo>
                    <a:pt x="367761" y="959414"/>
                  </a:lnTo>
                  <a:lnTo>
                    <a:pt x="365352" y="947484"/>
                  </a:lnTo>
                  <a:lnTo>
                    <a:pt x="367761" y="935554"/>
                  </a:lnTo>
                  <a:lnTo>
                    <a:pt x="374329" y="925812"/>
                  </a:lnTo>
                  <a:lnTo>
                    <a:pt x="384071" y="919243"/>
                  </a:lnTo>
                  <a:lnTo>
                    <a:pt x="396001" y="916835"/>
                  </a:lnTo>
                  <a:lnTo>
                    <a:pt x="407931" y="919243"/>
                  </a:lnTo>
                  <a:lnTo>
                    <a:pt x="417673" y="925812"/>
                  </a:lnTo>
                  <a:lnTo>
                    <a:pt x="424241" y="935554"/>
                  </a:lnTo>
                  <a:lnTo>
                    <a:pt x="426650" y="947484"/>
                  </a:lnTo>
                  <a:lnTo>
                    <a:pt x="424241" y="959414"/>
                  </a:lnTo>
                  <a:lnTo>
                    <a:pt x="417673" y="969156"/>
                  </a:lnTo>
                  <a:lnTo>
                    <a:pt x="407931" y="975724"/>
                  </a:lnTo>
                  <a:lnTo>
                    <a:pt x="396001" y="978132"/>
                  </a:lnTo>
                  <a:close/>
                </a:path>
                <a:path w="970915" h="978534">
                  <a:moveTo>
                    <a:pt x="30648" y="612780"/>
                  </a:moveTo>
                  <a:lnTo>
                    <a:pt x="18718" y="610371"/>
                  </a:lnTo>
                  <a:lnTo>
                    <a:pt x="8976" y="603803"/>
                  </a:lnTo>
                  <a:lnTo>
                    <a:pt x="2408" y="594061"/>
                  </a:lnTo>
                  <a:lnTo>
                    <a:pt x="0" y="582131"/>
                  </a:lnTo>
                  <a:lnTo>
                    <a:pt x="2408" y="570201"/>
                  </a:lnTo>
                  <a:lnTo>
                    <a:pt x="8976" y="560459"/>
                  </a:lnTo>
                  <a:lnTo>
                    <a:pt x="18719" y="553891"/>
                  </a:lnTo>
                  <a:lnTo>
                    <a:pt x="30648" y="551482"/>
                  </a:lnTo>
                  <a:lnTo>
                    <a:pt x="42578" y="553891"/>
                  </a:lnTo>
                  <a:lnTo>
                    <a:pt x="52320" y="560459"/>
                  </a:lnTo>
                  <a:lnTo>
                    <a:pt x="58889" y="570201"/>
                  </a:lnTo>
                  <a:lnTo>
                    <a:pt x="61297" y="582131"/>
                  </a:lnTo>
                  <a:lnTo>
                    <a:pt x="58889" y="594061"/>
                  </a:lnTo>
                  <a:lnTo>
                    <a:pt x="52320" y="603803"/>
                  </a:lnTo>
                  <a:lnTo>
                    <a:pt x="42578" y="610371"/>
                  </a:lnTo>
                  <a:lnTo>
                    <a:pt x="30648" y="612780"/>
                  </a:lnTo>
                  <a:close/>
                </a:path>
                <a:path w="970915" h="978534">
                  <a:moveTo>
                    <a:pt x="30648" y="795456"/>
                  </a:moveTo>
                  <a:lnTo>
                    <a:pt x="18718" y="793048"/>
                  </a:lnTo>
                  <a:lnTo>
                    <a:pt x="8976" y="786480"/>
                  </a:lnTo>
                  <a:lnTo>
                    <a:pt x="2408" y="776738"/>
                  </a:lnTo>
                  <a:lnTo>
                    <a:pt x="0" y="764807"/>
                  </a:lnTo>
                  <a:lnTo>
                    <a:pt x="2408" y="752878"/>
                  </a:lnTo>
                  <a:lnTo>
                    <a:pt x="8976" y="743136"/>
                  </a:lnTo>
                  <a:lnTo>
                    <a:pt x="18718" y="736567"/>
                  </a:lnTo>
                  <a:lnTo>
                    <a:pt x="30648" y="734159"/>
                  </a:lnTo>
                  <a:lnTo>
                    <a:pt x="42578" y="736567"/>
                  </a:lnTo>
                  <a:lnTo>
                    <a:pt x="52320" y="743136"/>
                  </a:lnTo>
                  <a:lnTo>
                    <a:pt x="58889" y="752878"/>
                  </a:lnTo>
                  <a:lnTo>
                    <a:pt x="61297" y="764807"/>
                  </a:lnTo>
                  <a:lnTo>
                    <a:pt x="58889" y="776738"/>
                  </a:lnTo>
                  <a:lnTo>
                    <a:pt x="52320" y="786480"/>
                  </a:lnTo>
                  <a:lnTo>
                    <a:pt x="42578" y="793048"/>
                  </a:lnTo>
                  <a:lnTo>
                    <a:pt x="30648" y="795456"/>
                  </a:lnTo>
                  <a:close/>
                </a:path>
                <a:path w="970915" h="978534">
                  <a:moveTo>
                    <a:pt x="396001" y="612780"/>
                  </a:moveTo>
                  <a:lnTo>
                    <a:pt x="384071" y="610371"/>
                  </a:lnTo>
                  <a:lnTo>
                    <a:pt x="374329" y="603803"/>
                  </a:lnTo>
                  <a:lnTo>
                    <a:pt x="367761" y="594061"/>
                  </a:lnTo>
                  <a:lnTo>
                    <a:pt x="365352" y="582131"/>
                  </a:lnTo>
                  <a:lnTo>
                    <a:pt x="367761" y="570201"/>
                  </a:lnTo>
                  <a:lnTo>
                    <a:pt x="374329" y="560459"/>
                  </a:lnTo>
                  <a:lnTo>
                    <a:pt x="384071" y="553891"/>
                  </a:lnTo>
                  <a:lnTo>
                    <a:pt x="396001" y="551482"/>
                  </a:lnTo>
                  <a:lnTo>
                    <a:pt x="407931" y="553891"/>
                  </a:lnTo>
                  <a:lnTo>
                    <a:pt x="417673" y="560459"/>
                  </a:lnTo>
                  <a:lnTo>
                    <a:pt x="424241" y="570201"/>
                  </a:lnTo>
                  <a:lnTo>
                    <a:pt x="426650" y="582131"/>
                  </a:lnTo>
                  <a:lnTo>
                    <a:pt x="424241" y="594061"/>
                  </a:lnTo>
                  <a:lnTo>
                    <a:pt x="417673" y="603803"/>
                  </a:lnTo>
                  <a:lnTo>
                    <a:pt x="407931" y="610371"/>
                  </a:lnTo>
                  <a:lnTo>
                    <a:pt x="396001" y="612780"/>
                  </a:lnTo>
                  <a:close/>
                </a:path>
                <a:path w="970915" h="978534">
                  <a:moveTo>
                    <a:pt x="213325" y="612780"/>
                  </a:moveTo>
                  <a:lnTo>
                    <a:pt x="201394" y="610371"/>
                  </a:lnTo>
                  <a:lnTo>
                    <a:pt x="191652" y="603803"/>
                  </a:lnTo>
                  <a:lnTo>
                    <a:pt x="185084" y="594061"/>
                  </a:lnTo>
                  <a:lnTo>
                    <a:pt x="182676" y="582131"/>
                  </a:lnTo>
                  <a:lnTo>
                    <a:pt x="185084" y="570201"/>
                  </a:lnTo>
                  <a:lnTo>
                    <a:pt x="191652" y="560459"/>
                  </a:lnTo>
                  <a:lnTo>
                    <a:pt x="201395" y="553891"/>
                  </a:lnTo>
                  <a:lnTo>
                    <a:pt x="213325" y="551482"/>
                  </a:lnTo>
                  <a:lnTo>
                    <a:pt x="225254" y="553891"/>
                  </a:lnTo>
                  <a:lnTo>
                    <a:pt x="234996" y="560459"/>
                  </a:lnTo>
                  <a:lnTo>
                    <a:pt x="241565" y="570201"/>
                  </a:lnTo>
                  <a:lnTo>
                    <a:pt x="243973" y="582131"/>
                  </a:lnTo>
                  <a:lnTo>
                    <a:pt x="241565" y="594061"/>
                  </a:lnTo>
                  <a:lnTo>
                    <a:pt x="234996" y="603803"/>
                  </a:lnTo>
                  <a:lnTo>
                    <a:pt x="225254" y="610371"/>
                  </a:lnTo>
                  <a:lnTo>
                    <a:pt x="213325" y="612780"/>
                  </a:lnTo>
                  <a:close/>
                </a:path>
                <a:path w="970915" h="978534">
                  <a:moveTo>
                    <a:pt x="396001" y="430104"/>
                  </a:moveTo>
                  <a:lnTo>
                    <a:pt x="384071" y="427695"/>
                  </a:lnTo>
                  <a:lnTo>
                    <a:pt x="374329" y="421127"/>
                  </a:lnTo>
                  <a:lnTo>
                    <a:pt x="367761" y="411385"/>
                  </a:lnTo>
                  <a:lnTo>
                    <a:pt x="365352" y="399455"/>
                  </a:lnTo>
                  <a:lnTo>
                    <a:pt x="367761" y="387525"/>
                  </a:lnTo>
                  <a:lnTo>
                    <a:pt x="374329" y="377783"/>
                  </a:lnTo>
                  <a:lnTo>
                    <a:pt x="384072" y="371215"/>
                  </a:lnTo>
                  <a:lnTo>
                    <a:pt x="396001" y="368806"/>
                  </a:lnTo>
                  <a:lnTo>
                    <a:pt x="407931" y="371215"/>
                  </a:lnTo>
                  <a:lnTo>
                    <a:pt x="417673" y="377783"/>
                  </a:lnTo>
                  <a:lnTo>
                    <a:pt x="424241" y="387525"/>
                  </a:lnTo>
                  <a:lnTo>
                    <a:pt x="426650" y="399455"/>
                  </a:lnTo>
                  <a:lnTo>
                    <a:pt x="424241" y="411385"/>
                  </a:lnTo>
                  <a:lnTo>
                    <a:pt x="417673" y="421127"/>
                  </a:lnTo>
                  <a:lnTo>
                    <a:pt x="407931" y="427695"/>
                  </a:lnTo>
                  <a:lnTo>
                    <a:pt x="396001" y="430104"/>
                  </a:lnTo>
                  <a:close/>
                </a:path>
                <a:path w="970915" h="978534">
                  <a:moveTo>
                    <a:pt x="30648" y="247427"/>
                  </a:moveTo>
                  <a:lnTo>
                    <a:pt x="18718" y="245018"/>
                  </a:lnTo>
                  <a:lnTo>
                    <a:pt x="8976" y="238450"/>
                  </a:lnTo>
                  <a:lnTo>
                    <a:pt x="2408" y="228708"/>
                  </a:lnTo>
                  <a:lnTo>
                    <a:pt x="0" y="216778"/>
                  </a:lnTo>
                  <a:lnTo>
                    <a:pt x="2408" y="204848"/>
                  </a:lnTo>
                  <a:lnTo>
                    <a:pt x="8976" y="195107"/>
                  </a:lnTo>
                  <a:lnTo>
                    <a:pt x="18718" y="188539"/>
                  </a:lnTo>
                  <a:lnTo>
                    <a:pt x="30648" y="186131"/>
                  </a:lnTo>
                  <a:lnTo>
                    <a:pt x="42578" y="188539"/>
                  </a:lnTo>
                  <a:lnTo>
                    <a:pt x="52320" y="195107"/>
                  </a:lnTo>
                  <a:lnTo>
                    <a:pt x="58889" y="204848"/>
                  </a:lnTo>
                  <a:lnTo>
                    <a:pt x="61297" y="216778"/>
                  </a:lnTo>
                  <a:lnTo>
                    <a:pt x="58889" y="228708"/>
                  </a:lnTo>
                  <a:lnTo>
                    <a:pt x="52320" y="238450"/>
                  </a:lnTo>
                  <a:lnTo>
                    <a:pt x="42578" y="245018"/>
                  </a:lnTo>
                  <a:lnTo>
                    <a:pt x="30648" y="247427"/>
                  </a:lnTo>
                  <a:close/>
                </a:path>
                <a:path w="970915" h="978534">
                  <a:moveTo>
                    <a:pt x="213325" y="247427"/>
                  </a:moveTo>
                  <a:lnTo>
                    <a:pt x="201394" y="245018"/>
                  </a:lnTo>
                  <a:lnTo>
                    <a:pt x="191652" y="238450"/>
                  </a:lnTo>
                  <a:lnTo>
                    <a:pt x="185084" y="228708"/>
                  </a:lnTo>
                  <a:lnTo>
                    <a:pt x="182676" y="216778"/>
                  </a:lnTo>
                  <a:lnTo>
                    <a:pt x="185084" y="204848"/>
                  </a:lnTo>
                  <a:lnTo>
                    <a:pt x="191652" y="195107"/>
                  </a:lnTo>
                  <a:lnTo>
                    <a:pt x="201394" y="188539"/>
                  </a:lnTo>
                  <a:lnTo>
                    <a:pt x="213325" y="186131"/>
                  </a:lnTo>
                  <a:lnTo>
                    <a:pt x="225254" y="188539"/>
                  </a:lnTo>
                  <a:lnTo>
                    <a:pt x="234996" y="195107"/>
                  </a:lnTo>
                  <a:lnTo>
                    <a:pt x="241565" y="204848"/>
                  </a:lnTo>
                  <a:lnTo>
                    <a:pt x="243973" y="216778"/>
                  </a:lnTo>
                  <a:lnTo>
                    <a:pt x="241565" y="228708"/>
                  </a:lnTo>
                  <a:lnTo>
                    <a:pt x="234996" y="238450"/>
                  </a:lnTo>
                  <a:lnTo>
                    <a:pt x="225254" y="245018"/>
                  </a:lnTo>
                  <a:lnTo>
                    <a:pt x="213325" y="247427"/>
                  </a:lnTo>
                  <a:close/>
                </a:path>
                <a:path w="970915" h="978534">
                  <a:moveTo>
                    <a:pt x="396001" y="247427"/>
                  </a:moveTo>
                  <a:lnTo>
                    <a:pt x="384071" y="245018"/>
                  </a:lnTo>
                  <a:lnTo>
                    <a:pt x="374329" y="238450"/>
                  </a:lnTo>
                  <a:lnTo>
                    <a:pt x="367761" y="228708"/>
                  </a:lnTo>
                  <a:lnTo>
                    <a:pt x="365352" y="216778"/>
                  </a:lnTo>
                  <a:lnTo>
                    <a:pt x="367761" y="204848"/>
                  </a:lnTo>
                  <a:lnTo>
                    <a:pt x="374329" y="195107"/>
                  </a:lnTo>
                  <a:lnTo>
                    <a:pt x="384071" y="188539"/>
                  </a:lnTo>
                  <a:lnTo>
                    <a:pt x="396001" y="186131"/>
                  </a:lnTo>
                  <a:lnTo>
                    <a:pt x="407931" y="188539"/>
                  </a:lnTo>
                  <a:lnTo>
                    <a:pt x="417673" y="195107"/>
                  </a:lnTo>
                  <a:lnTo>
                    <a:pt x="424241" y="204848"/>
                  </a:lnTo>
                  <a:lnTo>
                    <a:pt x="426650" y="216778"/>
                  </a:lnTo>
                  <a:lnTo>
                    <a:pt x="424241" y="228708"/>
                  </a:lnTo>
                  <a:lnTo>
                    <a:pt x="417673" y="238450"/>
                  </a:lnTo>
                  <a:lnTo>
                    <a:pt x="407931" y="245018"/>
                  </a:lnTo>
                  <a:lnTo>
                    <a:pt x="396001" y="247427"/>
                  </a:lnTo>
                  <a:close/>
                </a:path>
                <a:path w="970915" h="978534">
                  <a:moveTo>
                    <a:pt x="30648" y="430104"/>
                  </a:moveTo>
                  <a:lnTo>
                    <a:pt x="18718" y="427695"/>
                  </a:lnTo>
                  <a:lnTo>
                    <a:pt x="8976" y="421127"/>
                  </a:lnTo>
                  <a:lnTo>
                    <a:pt x="2408" y="411385"/>
                  </a:lnTo>
                  <a:lnTo>
                    <a:pt x="0" y="399455"/>
                  </a:lnTo>
                  <a:lnTo>
                    <a:pt x="2408" y="387525"/>
                  </a:lnTo>
                  <a:lnTo>
                    <a:pt x="8976" y="377783"/>
                  </a:lnTo>
                  <a:lnTo>
                    <a:pt x="18719" y="371215"/>
                  </a:lnTo>
                  <a:lnTo>
                    <a:pt x="30648" y="368806"/>
                  </a:lnTo>
                  <a:lnTo>
                    <a:pt x="42578" y="371215"/>
                  </a:lnTo>
                  <a:lnTo>
                    <a:pt x="52320" y="377783"/>
                  </a:lnTo>
                  <a:lnTo>
                    <a:pt x="58889" y="387525"/>
                  </a:lnTo>
                  <a:lnTo>
                    <a:pt x="61297" y="399455"/>
                  </a:lnTo>
                  <a:lnTo>
                    <a:pt x="58889" y="411385"/>
                  </a:lnTo>
                  <a:lnTo>
                    <a:pt x="52320" y="421127"/>
                  </a:lnTo>
                  <a:lnTo>
                    <a:pt x="42578" y="427695"/>
                  </a:lnTo>
                  <a:lnTo>
                    <a:pt x="30648" y="430104"/>
                  </a:lnTo>
                  <a:close/>
                </a:path>
                <a:path w="970915" h="978534">
                  <a:moveTo>
                    <a:pt x="213325" y="430104"/>
                  </a:moveTo>
                  <a:lnTo>
                    <a:pt x="201394" y="427695"/>
                  </a:lnTo>
                  <a:lnTo>
                    <a:pt x="191652" y="421127"/>
                  </a:lnTo>
                  <a:lnTo>
                    <a:pt x="185084" y="411385"/>
                  </a:lnTo>
                  <a:lnTo>
                    <a:pt x="182676" y="399455"/>
                  </a:lnTo>
                  <a:lnTo>
                    <a:pt x="185084" y="387525"/>
                  </a:lnTo>
                  <a:lnTo>
                    <a:pt x="191652" y="377783"/>
                  </a:lnTo>
                  <a:lnTo>
                    <a:pt x="201395" y="371215"/>
                  </a:lnTo>
                  <a:lnTo>
                    <a:pt x="213325" y="368806"/>
                  </a:lnTo>
                  <a:lnTo>
                    <a:pt x="225254" y="371215"/>
                  </a:lnTo>
                  <a:lnTo>
                    <a:pt x="234996" y="377783"/>
                  </a:lnTo>
                  <a:lnTo>
                    <a:pt x="241565" y="387525"/>
                  </a:lnTo>
                  <a:lnTo>
                    <a:pt x="243973" y="399455"/>
                  </a:lnTo>
                  <a:lnTo>
                    <a:pt x="241565" y="411385"/>
                  </a:lnTo>
                  <a:lnTo>
                    <a:pt x="234996" y="421127"/>
                  </a:lnTo>
                  <a:lnTo>
                    <a:pt x="225254" y="427695"/>
                  </a:lnTo>
                  <a:lnTo>
                    <a:pt x="213325" y="430104"/>
                  </a:lnTo>
                  <a:close/>
                </a:path>
                <a:path w="970915" h="978534">
                  <a:moveTo>
                    <a:pt x="757529" y="978132"/>
                  </a:moveTo>
                  <a:lnTo>
                    <a:pt x="745598" y="975724"/>
                  </a:lnTo>
                  <a:lnTo>
                    <a:pt x="735856" y="969156"/>
                  </a:lnTo>
                  <a:lnTo>
                    <a:pt x="729288" y="959414"/>
                  </a:lnTo>
                  <a:lnTo>
                    <a:pt x="726880" y="947484"/>
                  </a:lnTo>
                  <a:lnTo>
                    <a:pt x="729288" y="935554"/>
                  </a:lnTo>
                  <a:lnTo>
                    <a:pt x="735857" y="925812"/>
                  </a:lnTo>
                  <a:lnTo>
                    <a:pt x="745599" y="919243"/>
                  </a:lnTo>
                  <a:lnTo>
                    <a:pt x="757529" y="916835"/>
                  </a:lnTo>
                  <a:lnTo>
                    <a:pt x="769458" y="919243"/>
                  </a:lnTo>
                  <a:lnTo>
                    <a:pt x="779201" y="925812"/>
                  </a:lnTo>
                  <a:lnTo>
                    <a:pt x="785769" y="935554"/>
                  </a:lnTo>
                  <a:lnTo>
                    <a:pt x="788178" y="947484"/>
                  </a:lnTo>
                  <a:lnTo>
                    <a:pt x="785769" y="959414"/>
                  </a:lnTo>
                  <a:lnTo>
                    <a:pt x="779201" y="969156"/>
                  </a:lnTo>
                  <a:lnTo>
                    <a:pt x="769458" y="975724"/>
                  </a:lnTo>
                  <a:lnTo>
                    <a:pt x="757529" y="978132"/>
                  </a:lnTo>
                  <a:close/>
                </a:path>
                <a:path w="970915" h="978534">
                  <a:moveTo>
                    <a:pt x="757529" y="795456"/>
                  </a:moveTo>
                  <a:lnTo>
                    <a:pt x="745598" y="793048"/>
                  </a:lnTo>
                  <a:lnTo>
                    <a:pt x="735856" y="786480"/>
                  </a:lnTo>
                  <a:lnTo>
                    <a:pt x="729288" y="776738"/>
                  </a:lnTo>
                  <a:lnTo>
                    <a:pt x="726880" y="764807"/>
                  </a:lnTo>
                  <a:lnTo>
                    <a:pt x="729288" y="752878"/>
                  </a:lnTo>
                  <a:lnTo>
                    <a:pt x="735856" y="743136"/>
                  </a:lnTo>
                  <a:lnTo>
                    <a:pt x="745598" y="736567"/>
                  </a:lnTo>
                  <a:lnTo>
                    <a:pt x="757529" y="734159"/>
                  </a:lnTo>
                  <a:lnTo>
                    <a:pt x="769458" y="736567"/>
                  </a:lnTo>
                  <a:lnTo>
                    <a:pt x="779201" y="743136"/>
                  </a:lnTo>
                  <a:lnTo>
                    <a:pt x="785769" y="752878"/>
                  </a:lnTo>
                  <a:lnTo>
                    <a:pt x="788178" y="764807"/>
                  </a:lnTo>
                  <a:lnTo>
                    <a:pt x="785769" y="776738"/>
                  </a:lnTo>
                  <a:lnTo>
                    <a:pt x="779201" y="786480"/>
                  </a:lnTo>
                  <a:lnTo>
                    <a:pt x="769458" y="793048"/>
                  </a:lnTo>
                  <a:lnTo>
                    <a:pt x="757529" y="795456"/>
                  </a:lnTo>
                  <a:close/>
                </a:path>
                <a:path w="970915" h="978534">
                  <a:moveTo>
                    <a:pt x="940205" y="795456"/>
                  </a:moveTo>
                  <a:lnTo>
                    <a:pt x="928275" y="793048"/>
                  </a:lnTo>
                  <a:lnTo>
                    <a:pt x="918533" y="786480"/>
                  </a:lnTo>
                  <a:lnTo>
                    <a:pt x="911965" y="776738"/>
                  </a:lnTo>
                  <a:lnTo>
                    <a:pt x="909556" y="764807"/>
                  </a:lnTo>
                  <a:lnTo>
                    <a:pt x="911965" y="752878"/>
                  </a:lnTo>
                  <a:lnTo>
                    <a:pt x="918533" y="743136"/>
                  </a:lnTo>
                  <a:lnTo>
                    <a:pt x="928275" y="736567"/>
                  </a:lnTo>
                  <a:lnTo>
                    <a:pt x="940205" y="734159"/>
                  </a:lnTo>
                  <a:lnTo>
                    <a:pt x="952135" y="736567"/>
                  </a:lnTo>
                  <a:lnTo>
                    <a:pt x="961877" y="743136"/>
                  </a:lnTo>
                  <a:lnTo>
                    <a:pt x="968445" y="752878"/>
                  </a:lnTo>
                  <a:lnTo>
                    <a:pt x="970854" y="764807"/>
                  </a:lnTo>
                  <a:lnTo>
                    <a:pt x="968445" y="776738"/>
                  </a:lnTo>
                  <a:lnTo>
                    <a:pt x="961877" y="786480"/>
                  </a:lnTo>
                  <a:lnTo>
                    <a:pt x="952135" y="793048"/>
                  </a:lnTo>
                  <a:lnTo>
                    <a:pt x="940205" y="795456"/>
                  </a:lnTo>
                  <a:close/>
                </a:path>
                <a:path w="970915" h="978534">
                  <a:moveTo>
                    <a:pt x="574853" y="978132"/>
                  </a:moveTo>
                  <a:lnTo>
                    <a:pt x="562922" y="975724"/>
                  </a:lnTo>
                  <a:lnTo>
                    <a:pt x="553180" y="969156"/>
                  </a:lnTo>
                  <a:lnTo>
                    <a:pt x="546612" y="959414"/>
                  </a:lnTo>
                  <a:lnTo>
                    <a:pt x="544204" y="947484"/>
                  </a:lnTo>
                  <a:lnTo>
                    <a:pt x="546612" y="935554"/>
                  </a:lnTo>
                  <a:lnTo>
                    <a:pt x="553180" y="925812"/>
                  </a:lnTo>
                  <a:lnTo>
                    <a:pt x="562923" y="919243"/>
                  </a:lnTo>
                  <a:lnTo>
                    <a:pt x="574853" y="916835"/>
                  </a:lnTo>
                  <a:lnTo>
                    <a:pt x="586782" y="919243"/>
                  </a:lnTo>
                  <a:lnTo>
                    <a:pt x="596524" y="925812"/>
                  </a:lnTo>
                  <a:lnTo>
                    <a:pt x="603093" y="935554"/>
                  </a:lnTo>
                  <a:lnTo>
                    <a:pt x="605501" y="947484"/>
                  </a:lnTo>
                  <a:lnTo>
                    <a:pt x="603093" y="959414"/>
                  </a:lnTo>
                  <a:lnTo>
                    <a:pt x="596524" y="969156"/>
                  </a:lnTo>
                  <a:lnTo>
                    <a:pt x="586782" y="975724"/>
                  </a:lnTo>
                  <a:lnTo>
                    <a:pt x="574853" y="978132"/>
                  </a:lnTo>
                  <a:close/>
                </a:path>
                <a:path w="970915" h="978534">
                  <a:moveTo>
                    <a:pt x="940205" y="978132"/>
                  </a:moveTo>
                  <a:lnTo>
                    <a:pt x="928275" y="975724"/>
                  </a:lnTo>
                  <a:lnTo>
                    <a:pt x="918533" y="969156"/>
                  </a:lnTo>
                  <a:lnTo>
                    <a:pt x="911965" y="959414"/>
                  </a:lnTo>
                  <a:lnTo>
                    <a:pt x="909556" y="947484"/>
                  </a:lnTo>
                  <a:lnTo>
                    <a:pt x="911965" y="935554"/>
                  </a:lnTo>
                  <a:lnTo>
                    <a:pt x="918533" y="925812"/>
                  </a:lnTo>
                  <a:lnTo>
                    <a:pt x="928276" y="919243"/>
                  </a:lnTo>
                  <a:lnTo>
                    <a:pt x="940205" y="916835"/>
                  </a:lnTo>
                  <a:lnTo>
                    <a:pt x="952135" y="919243"/>
                  </a:lnTo>
                  <a:lnTo>
                    <a:pt x="961877" y="925812"/>
                  </a:lnTo>
                  <a:lnTo>
                    <a:pt x="968445" y="935554"/>
                  </a:lnTo>
                  <a:lnTo>
                    <a:pt x="970854" y="947484"/>
                  </a:lnTo>
                  <a:lnTo>
                    <a:pt x="968445" y="959414"/>
                  </a:lnTo>
                  <a:lnTo>
                    <a:pt x="961877" y="969156"/>
                  </a:lnTo>
                  <a:lnTo>
                    <a:pt x="952135" y="975724"/>
                  </a:lnTo>
                  <a:lnTo>
                    <a:pt x="940205" y="978132"/>
                  </a:lnTo>
                  <a:close/>
                </a:path>
                <a:path w="970915" h="978534">
                  <a:moveTo>
                    <a:pt x="574853" y="612780"/>
                  </a:moveTo>
                  <a:lnTo>
                    <a:pt x="562922" y="610371"/>
                  </a:lnTo>
                  <a:lnTo>
                    <a:pt x="553180" y="603803"/>
                  </a:lnTo>
                  <a:lnTo>
                    <a:pt x="546612" y="594061"/>
                  </a:lnTo>
                  <a:lnTo>
                    <a:pt x="544204" y="582131"/>
                  </a:lnTo>
                  <a:lnTo>
                    <a:pt x="546612" y="570201"/>
                  </a:lnTo>
                  <a:lnTo>
                    <a:pt x="553180" y="560459"/>
                  </a:lnTo>
                  <a:lnTo>
                    <a:pt x="562923" y="553891"/>
                  </a:lnTo>
                  <a:lnTo>
                    <a:pt x="574853" y="551482"/>
                  </a:lnTo>
                  <a:lnTo>
                    <a:pt x="586782" y="553891"/>
                  </a:lnTo>
                  <a:lnTo>
                    <a:pt x="596524" y="560459"/>
                  </a:lnTo>
                  <a:lnTo>
                    <a:pt x="603093" y="570201"/>
                  </a:lnTo>
                  <a:lnTo>
                    <a:pt x="605501" y="582131"/>
                  </a:lnTo>
                  <a:lnTo>
                    <a:pt x="603093" y="594061"/>
                  </a:lnTo>
                  <a:lnTo>
                    <a:pt x="596524" y="603803"/>
                  </a:lnTo>
                  <a:lnTo>
                    <a:pt x="586782" y="610371"/>
                  </a:lnTo>
                  <a:lnTo>
                    <a:pt x="574853" y="612780"/>
                  </a:lnTo>
                  <a:close/>
                </a:path>
                <a:path w="970915" h="978534">
                  <a:moveTo>
                    <a:pt x="574853" y="795456"/>
                  </a:moveTo>
                  <a:lnTo>
                    <a:pt x="562922" y="793048"/>
                  </a:lnTo>
                  <a:lnTo>
                    <a:pt x="553180" y="786480"/>
                  </a:lnTo>
                  <a:lnTo>
                    <a:pt x="546612" y="776738"/>
                  </a:lnTo>
                  <a:lnTo>
                    <a:pt x="544204" y="764807"/>
                  </a:lnTo>
                  <a:lnTo>
                    <a:pt x="546612" y="752878"/>
                  </a:lnTo>
                  <a:lnTo>
                    <a:pt x="553180" y="743136"/>
                  </a:lnTo>
                  <a:lnTo>
                    <a:pt x="562922" y="736567"/>
                  </a:lnTo>
                  <a:lnTo>
                    <a:pt x="574853" y="734159"/>
                  </a:lnTo>
                  <a:lnTo>
                    <a:pt x="586782" y="736567"/>
                  </a:lnTo>
                  <a:lnTo>
                    <a:pt x="596524" y="743136"/>
                  </a:lnTo>
                  <a:lnTo>
                    <a:pt x="603093" y="752878"/>
                  </a:lnTo>
                  <a:lnTo>
                    <a:pt x="605501" y="764807"/>
                  </a:lnTo>
                  <a:lnTo>
                    <a:pt x="603093" y="776738"/>
                  </a:lnTo>
                  <a:lnTo>
                    <a:pt x="596524" y="786480"/>
                  </a:lnTo>
                  <a:lnTo>
                    <a:pt x="586782" y="793048"/>
                  </a:lnTo>
                  <a:lnTo>
                    <a:pt x="574853" y="795456"/>
                  </a:lnTo>
                  <a:close/>
                </a:path>
                <a:path w="970915" h="978534">
                  <a:moveTo>
                    <a:pt x="940205" y="612780"/>
                  </a:moveTo>
                  <a:lnTo>
                    <a:pt x="928275" y="610371"/>
                  </a:lnTo>
                  <a:lnTo>
                    <a:pt x="918533" y="603803"/>
                  </a:lnTo>
                  <a:lnTo>
                    <a:pt x="911965" y="594061"/>
                  </a:lnTo>
                  <a:lnTo>
                    <a:pt x="909556" y="582131"/>
                  </a:lnTo>
                  <a:lnTo>
                    <a:pt x="911965" y="570201"/>
                  </a:lnTo>
                  <a:lnTo>
                    <a:pt x="918533" y="560459"/>
                  </a:lnTo>
                  <a:lnTo>
                    <a:pt x="928276" y="553891"/>
                  </a:lnTo>
                  <a:lnTo>
                    <a:pt x="940205" y="551482"/>
                  </a:lnTo>
                  <a:lnTo>
                    <a:pt x="952135" y="553891"/>
                  </a:lnTo>
                  <a:lnTo>
                    <a:pt x="961877" y="560459"/>
                  </a:lnTo>
                  <a:lnTo>
                    <a:pt x="968445" y="570201"/>
                  </a:lnTo>
                  <a:lnTo>
                    <a:pt x="970854" y="582131"/>
                  </a:lnTo>
                  <a:lnTo>
                    <a:pt x="968445" y="594061"/>
                  </a:lnTo>
                  <a:lnTo>
                    <a:pt x="961877" y="603803"/>
                  </a:lnTo>
                  <a:lnTo>
                    <a:pt x="952135" y="610371"/>
                  </a:lnTo>
                  <a:lnTo>
                    <a:pt x="940205" y="612780"/>
                  </a:lnTo>
                  <a:close/>
                </a:path>
                <a:path w="970915" h="978534">
                  <a:moveTo>
                    <a:pt x="757529" y="612780"/>
                  </a:moveTo>
                  <a:lnTo>
                    <a:pt x="745598" y="610371"/>
                  </a:lnTo>
                  <a:lnTo>
                    <a:pt x="735856" y="603803"/>
                  </a:lnTo>
                  <a:lnTo>
                    <a:pt x="729288" y="594061"/>
                  </a:lnTo>
                  <a:lnTo>
                    <a:pt x="726880" y="582131"/>
                  </a:lnTo>
                  <a:lnTo>
                    <a:pt x="729288" y="570201"/>
                  </a:lnTo>
                  <a:lnTo>
                    <a:pt x="735856" y="560459"/>
                  </a:lnTo>
                  <a:lnTo>
                    <a:pt x="745599" y="553891"/>
                  </a:lnTo>
                  <a:lnTo>
                    <a:pt x="757529" y="551482"/>
                  </a:lnTo>
                  <a:lnTo>
                    <a:pt x="769458" y="553891"/>
                  </a:lnTo>
                  <a:lnTo>
                    <a:pt x="779201" y="560459"/>
                  </a:lnTo>
                  <a:lnTo>
                    <a:pt x="785769" y="570201"/>
                  </a:lnTo>
                  <a:lnTo>
                    <a:pt x="788178" y="582131"/>
                  </a:lnTo>
                  <a:lnTo>
                    <a:pt x="785769" y="594061"/>
                  </a:lnTo>
                  <a:lnTo>
                    <a:pt x="779201" y="603803"/>
                  </a:lnTo>
                  <a:lnTo>
                    <a:pt x="769459" y="610371"/>
                  </a:lnTo>
                  <a:lnTo>
                    <a:pt x="757529" y="612780"/>
                  </a:lnTo>
                  <a:close/>
                </a:path>
                <a:path w="970915" h="978534">
                  <a:moveTo>
                    <a:pt x="940205" y="430104"/>
                  </a:moveTo>
                  <a:lnTo>
                    <a:pt x="928275" y="427695"/>
                  </a:lnTo>
                  <a:lnTo>
                    <a:pt x="918533" y="421127"/>
                  </a:lnTo>
                  <a:lnTo>
                    <a:pt x="911965" y="411385"/>
                  </a:lnTo>
                  <a:lnTo>
                    <a:pt x="909556" y="399455"/>
                  </a:lnTo>
                  <a:lnTo>
                    <a:pt x="911965" y="387525"/>
                  </a:lnTo>
                  <a:lnTo>
                    <a:pt x="918533" y="377783"/>
                  </a:lnTo>
                  <a:lnTo>
                    <a:pt x="928276" y="371215"/>
                  </a:lnTo>
                  <a:lnTo>
                    <a:pt x="940205" y="368806"/>
                  </a:lnTo>
                  <a:lnTo>
                    <a:pt x="952135" y="371215"/>
                  </a:lnTo>
                  <a:lnTo>
                    <a:pt x="961877" y="377783"/>
                  </a:lnTo>
                  <a:lnTo>
                    <a:pt x="968445" y="387525"/>
                  </a:lnTo>
                  <a:lnTo>
                    <a:pt x="970854" y="399455"/>
                  </a:lnTo>
                  <a:lnTo>
                    <a:pt x="968445" y="411385"/>
                  </a:lnTo>
                  <a:lnTo>
                    <a:pt x="961877" y="421127"/>
                  </a:lnTo>
                  <a:lnTo>
                    <a:pt x="952135" y="427695"/>
                  </a:lnTo>
                  <a:lnTo>
                    <a:pt x="940205" y="430104"/>
                  </a:lnTo>
                  <a:close/>
                </a:path>
                <a:path w="970915" h="978534">
                  <a:moveTo>
                    <a:pt x="574853" y="247427"/>
                  </a:moveTo>
                  <a:lnTo>
                    <a:pt x="562922" y="245018"/>
                  </a:lnTo>
                  <a:lnTo>
                    <a:pt x="553180" y="238450"/>
                  </a:lnTo>
                  <a:lnTo>
                    <a:pt x="546612" y="228708"/>
                  </a:lnTo>
                  <a:lnTo>
                    <a:pt x="544204" y="216778"/>
                  </a:lnTo>
                  <a:lnTo>
                    <a:pt x="546612" y="204848"/>
                  </a:lnTo>
                  <a:lnTo>
                    <a:pt x="553180" y="195107"/>
                  </a:lnTo>
                  <a:lnTo>
                    <a:pt x="562922" y="188539"/>
                  </a:lnTo>
                  <a:lnTo>
                    <a:pt x="574853" y="186131"/>
                  </a:lnTo>
                  <a:lnTo>
                    <a:pt x="586782" y="188539"/>
                  </a:lnTo>
                  <a:lnTo>
                    <a:pt x="596524" y="195107"/>
                  </a:lnTo>
                  <a:lnTo>
                    <a:pt x="603093" y="204848"/>
                  </a:lnTo>
                  <a:lnTo>
                    <a:pt x="605501" y="216778"/>
                  </a:lnTo>
                  <a:lnTo>
                    <a:pt x="603093" y="228708"/>
                  </a:lnTo>
                  <a:lnTo>
                    <a:pt x="596524" y="238450"/>
                  </a:lnTo>
                  <a:lnTo>
                    <a:pt x="586782" y="245018"/>
                  </a:lnTo>
                  <a:lnTo>
                    <a:pt x="574853" y="247427"/>
                  </a:lnTo>
                  <a:close/>
                </a:path>
                <a:path w="970915" h="978534">
                  <a:moveTo>
                    <a:pt x="757529" y="247427"/>
                  </a:moveTo>
                  <a:lnTo>
                    <a:pt x="745598" y="245018"/>
                  </a:lnTo>
                  <a:lnTo>
                    <a:pt x="735856" y="238450"/>
                  </a:lnTo>
                  <a:lnTo>
                    <a:pt x="729288" y="228708"/>
                  </a:lnTo>
                  <a:lnTo>
                    <a:pt x="726880" y="216778"/>
                  </a:lnTo>
                  <a:lnTo>
                    <a:pt x="729288" y="204848"/>
                  </a:lnTo>
                  <a:lnTo>
                    <a:pt x="735856" y="195107"/>
                  </a:lnTo>
                  <a:lnTo>
                    <a:pt x="745598" y="188539"/>
                  </a:lnTo>
                  <a:lnTo>
                    <a:pt x="757529" y="186131"/>
                  </a:lnTo>
                  <a:lnTo>
                    <a:pt x="769458" y="188539"/>
                  </a:lnTo>
                  <a:lnTo>
                    <a:pt x="779201" y="195107"/>
                  </a:lnTo>
                  <a:lnTo>
                    <a:pt x="785769" y="204848"/>
                  </a:lnTo>
                  <a:lnTo>
                    <a:pt x="788178" y="216778"/>
                  </a:lnTo>
                  <a:lnTo>
                    <a:pt x="785769" y="228708"/>
                  </a:lnTo>
                  <a:lnTo>
                    <a:pt x="779201" y="238450"/>
                  </a:lnTo>
                  <a:lnTo>
                    <a:pt x="769458" y="245018"/>
                  </a:lnTo>
                  <a:lnTo>
                    <a:pt x="757529" y="247427"/>
                  </a:lnTo>
                  <a:close/>
                </a:path>
                <a:path w="970915" h="978534">
                  <a:moveTo>
                    <a:pt x="940205" y="247427"/>
                  </a:moveTo>
                  <a:lnTo>
                    <a:pt x="928275" y="245018"/>
                  </a:lnTo>
                  <a:lnTo>
                    <a:pt x="918533" y="238450"/>
                  </a:lnTo>
                  <a:lnTo>
                    <a:pt x="911965" y="228708"/>
                  </a:lnTo>
                  <a:lnTo>
                    <a:pt x="909556" y="216778"/>
                  </a:lnTo>
                  <a:lnTo>
                    <a:pt x="911965" y="204848"/>
                  </a:lnTo>
                  <a:lnTo>
                    <a:pt x="918533" y="195107"/>
                  </a:lnTo>
                  <a:lnTo>
                    <a:pt x="928275" y="188539"/>
                  </a:lnTo>
                  <a:lnTo>
                    <a:pt x="940205" y="186131"/>
                  </a:lnTo>
                  <a:lnTo>
                    <a:pt x="952135" y="188539"/>
                  </a:lnTo>
                  <a:lnTo>
                    <a:pt x="961877" y="195107"/>
                  </a:lnTo>
                  <a:lnTo>
                    <a:pt x="968445" y="204848"/>
                  </a:lnTo>
                  <a:lnTo>
                    <a:pt x="970854" y="216778"/>
                  </a:lnTo>
                  <a:lnTo>
                    <a:pt x="968445" y="228708"/>
                  </a:lnTo>
                  <a:lnTo>
                    <a:pt x="961877" y="238450"/>
                  </a:lnTo>
                  <a:lnTo>
                    <a:pt x="952135" y="245018"/>
                  </a:lnTo>
                  <a:lnTo>
                    <a:pt x="940205" y="247427"/>
                  </a:lnTo>
                  <a:close/>
                </a:path>
                <a:path w="970915" h="978534">
                  <a:moveTo>
                    <a:pt x="574853" y="430104"/>
                  </a:moveTo>
                  <a:lnTo>
                    <a:pt x="562922" y="427695"/>
                  </a:lnTo>
                  <a:lnTo>
                    <a:pt x="553180" y="421127"/>
                  </a:lnTo>
                  <a:lnTo>
                    <a:pt x="546612" y="411385"/>
                  </a:lnTo>
                  <a:lnTo>
                    <a:pt x="544204" y="399455"/>
                  </a:lnTo>
                  <a:lnTo>
                    <a:pt x="546612" y="387525"/>
                  </a:lnTo>
                  <a:lnTo>
                    <a:pt x="553180" y="377783"/>
                  </a:lnTo>
                  <a:lnTo>
                    <a:pt x="562923" y="371215"/>
                  </a:lnTo>
                  <a:lnTo>
                    <a:pt x="574853" y="368806"/>
                  </a:lnTo>
                  <a:lnTo>
                    <a:pt x="586782" y="371215"/>
                  </a:lnTo>
                  <a:lnTo>
                    <a:pt x="596524" y="377783"/>
                  </a:lnTo>
                  <a:lnTo>
                    <a:pt x="603093" y="387525"/>
                  </a:lnTo>
                  <a:lnTo>
                    <a:pt x="605501" y="399455"/>
                  </a:lnTo>
                  <a:lnTo>
                    <a:pt x="603093" y="411385"/>
                  </a:lnTo>
                  <a:lnTo>
                    <a:pt x="596524" y="421127"/>
                  </a:lnTo>
                  <a:lnTo>
                    <a:pt x="586782" y="427695"/>
                  </a:lnTo>
                  <a:lnTo>
                    <a:pt x="574853" y="430104"/>
                  </a:lnTo>
                  <a:close/>
                </a:path>
                <a:path w="970915" h="978534">
                  <a:moveTo>
                    <a:pt x="757529" y="430104"/>
                  </a:moveTo>
                  <a:lnTo>
                    <a:pt x="745598" y="427695"/>
                  </a:lnTo>
                  <a:lnTo>
                    <a:pt x="735856" y="421127"/>
                  </a:lnTo>
                  <a:lnTo>
                    <a:pt x="729288" y="411385"/>
                  </a:lnTo>
                  <a:lnTo>
                    <a:pt x="726880" y="399455"/>
                  </a:lnTo>
                  <a:lnTo>
                    <a:pt x="729288" y="387525"/>
                  </a:lnTo>
                  <a:lnTo>
                    <a:pt x="735857" y="377783"/>
                  </a:lnTo>
                  <a:lnTo>
                    <a:pt x="745599" y="371215"/>
                  </a:lnTo>
                  <a:lnTo>
                    <a:pt x="757529" y="368806"/>
                  </a:lnTo>
                  <a:lnTo>
                    <a:pt x="769458" y="371215"/>
                  </a:lnTo>
                  <a:lnTo>
                    <a:pt x="779201" y="377783"/>
                  </a:lnTo>
                  <a:lnTo>
                    <a:pt x="785769" y="387525"/>
                  </a:lnTo>
                  <a:lnTo>
                    <a:pt x="788178" y="399455"/>
                  </a:lnTo>
                  <a:lnTo>
                    <a:pt x="785769" y="411385"/>
                  </a:lnTo>
                  <a:lnTo>
                    <a:pt x="779201" y="421127"/>
                  </a:lnTo>
                  <a:lnTo>
                    <a:pt x="769459" y="427695"/>
                  </a:lnTo>
                  <a:lnTo>
                    <a:pt x="757529" y="4301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1539" y="1080375"/>
              <a:ext cx="1763910" cy="17639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53811" y="5004084"/>
              <a:ext cx="4591049" cy="45815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69577" y="5334000"/>
              <a:ext cx="3925570" cy="3924300"/>
            </a:xfrm>
            <a:custGeom>
              <a:avLst/>
              <a:gdLst/>
              <a:ahLst/>
              <a:cxnLst/>
              <a:rect l="l" t="t" r="r" b="b"/>
              <a:pathLst>
                <a:path w="3925570" h="3924300">
                  <a:moveTo>
                    <a:pt x="2059169" y="12699"/>
                  </a:moveTo>
                  <a:lnTo>
                    <a:pt x="1866162" y="12699"/>
                  </a:lnTo>
                  <a:lnTo>
                    <a:pt x="1914270" y="0"/>
                  </a:lnTo>
                  <a:lnTo>
                    <a:pt x="2011061" y="0"/>
                  </a:lnTo>
                  <a:lnTo>
                    <a:pt x="2059169" y="12699"/>
                  </a:lnTo>
                  <a:close/>
                </a:path>
                <a:path w="3925570" h="3924300">
                  <a:moveTo>
                    <a:pt x="2201632" y="25399"/>
                  </a:moveTo>
                  <a:lnTo>
                    <a:pt x="1723699" y="25399"/>
                  </a:lnTo>
                  <a:lnTo>
                    <a:pt x="1770863" y="12699"/>
                  </a:lnTo>
                  <a:lnTo>
                    <a:pt x="2154468" y="12699"/>
                  </a:lnTo>
                  <a:lnTo>
                    <a:pt x="2201632" y="25399"/>
                  </a:lnTo>
                  <a:close/>
                </a:path>
                <a:path w="3925570" h="3924300">
                  <a:moveTo>
                    <a:pt x="2294922" y="38099"/>
                  </a:moveTo>
                  <a:lnTo>
                    <a:pt x="1630409" y="38099"/>
                  </a:lnTo>
                  <a:lnTo>
                    <a:pt x="1676876" y="25399"/>
                  </a:lnTo>
                  <a:lnTo>
                    <a:pt x="2248455" y="25399"/>
                  </a:lnTo>
                  <a:lnTo>
                    <a:pt x="2294922" y="38099"/>
                  </a:lnTo>
                  <a:close/>
                </a:path>
                <a:path w="3925570" h="3924300">
                  <a:moveTo>
                    <a:pt x="2341021" y="3898899"/>
                  </a:moveTo>
                  <a:lnTo>
                    <a:pt x="1584309" y="3898899"/>
                  </a:lnTo>
                  <a:lnTo>
                    <a:pt x="1316202" y="3822699"/>
                  </a:lnTo>
                  <a:lnTo>
                    <a:pt x="1273057" y="3809999"/>
                  </a:lnTo>
                  <a:lnTo>
                    <a:pt x="1230388" y="3784599"/>
                  </a:lnTo>
                  <a:lnTo>
                    <a:pt x="1146532" y="3759199"/>
                  </a:lnTo>
                  <a:lnTo>
                    <a:pt x="1064741" y="3708399"/>
                  </a:lnTo>
                  <a:lnTo>
                    <a:pt x="1024653" y="3695699"/>
                  </a:lnTo>
                  <a:lnTo>
                    <a:pt x="946160" y="3644899"/>
                  </a:lnTo>
                  <a:lnTo>
                    <a:pt x="907782" y="3619499"/>
                  </a:lnTo>
                  <a:lnTo>
                    <a:pt x="870000" y="3594099"/>
                  </a:lnTo>
                  <a:lnTo>
                    <a:pt x="832829" y="3568699"/>
                  </a:lnTo>
                  <a:lnTo>
                    <a:pt x="796281" y="3543299"/>
                  </a:lnTo>
                  <a:lnTo>
                    <a:pt x="760371" y="3517899"/>
                  </a:lnTo>
                  <a:lnTo>
                    <a:pt x="725111" y="3492499"/>
                  </a:lnTo>
                  <a:lnTo>
                    <a:pt x="690515" y="3467099"/>
                  </a:lnTo>
                  <a:lnTo>
                    <a:pt x="656596" y="3428999"/>
                  </a:lnTo>
                  <a:lnTo>
                    <a:pt x="623368" y="3403599"/>
                  </a:lnTo>
                  <a:lnTo>
                    <a:pt x="590845" y="3365499"/>
                  </a:lnTo>
                  <a:lnTo>
                    <a:pt x="559039" y="3340099"/>
                  </a:lnTo>
                  <a:lnTo>
                    <a:pt x="527964" y="3301999"/>
                  </a:lnTo>
                  <a:lnTo>
                    <a:pt x="497634" y="3276599"/>
                  </a:lnTo>
                  <a:lnTo>
                    <a:pt x="468061" y="3238499"/>
                  </a:lnTo>
                  <a:lnTo>
                    <a:pt x="439260" y="3200399"/>
                  </a:lnTo>
                  <a:lnTo>
                    <a:pt x="411244" y="3174999"/>
                  </a:lnTo>
                  <a:lnTo>
                    <a:pt x="384027" y="3136899"/>
                  </a:lnTo>
                  <a:lnTo>
                    <a:pt x="357621" y="3098799"/>
                  </a:lnTo>
                  <a:lnTo>
                    <a:pt x="332040" y="3060699"/>
                  </a:lnTo>
                  <a:lnTo>
                    <a:pt x="307298" y="3022599"/>
                  </a:lnTo>
                  <a:lnTo>
                    <a:pt x="283408" y="2984499"/>
                  </a:lnTo>
                  <a:lnTo>
                    <a:pt x="260383" y="2946399"/>
                  </a:lnTo>
                  <a:lnTo>
                    <a:pt x="238237" y="2908299"/>
                  </a:lnTo>
                  <a:lnTo>
                    <a:pt x="216984" y="2870199"/>
                  </a:lnTo>
                  <a:lnTo>
                    <a:pt x="196636" y="2819399"/>
                  </a:lnTo>
                  <a:lnTo>
                    <a:pt x="177208" y="2781299"/>
                  </a:lnTo>
                  <a:lnTo>
                    <a:pt x="158712" y="2743199"/>
                  </a:lnTo>
                  <a:lnTo>
                    <a:pt x="141163" y="2705099"/>
                  </a:lnTo>
                  <a:lnTo>
                    <a:pt x="124572" y="2654299"/>
                  </a:lnTo>
                  <a:lnTo>
                    <a:pt x="108955" y="2616199"/>
                  </a:lnTo>
                  <a:lnTo>
                    <a:pt x="94324" y="2565399"/>
                  </a:lnTo>
                  <a:lnTo>
                    <a:pt x="80693" y="2527299"/>
                  </a:lnTo>
                  <a:lnTo>
                    <a:pt x="68076" y="2476499"/>
                  </a:lnTo>
                  <a:lnTo>
                    <a:pt x="56485" y="2438399"/>
                  </a:lnTo>
                  <a:lnTo>
                    <a:pt x="45934" y="2387599"/>
                  </a:lnTo>
                  <a:lnTo>
                    <a:pt x="36437" y="2349499"/>
                  </a:lnTo>
                  <a:lnTo>
                    <a:pt x="28006" y="2298699"/>
                  </a:lnTo>
                  <a:lnTo>
                    <a:pt x="20657" y="2247899"/>
                  </a:lnTo>
                  <a:lnTo>
                    <a:pt x="14401" y="2209799"/>
                  </a:lnTo>
                  <a:lnTo>
                    <a:pt x="9252" y="2158999"/>
                  </a:lnTo>
                  <a:lnTo>
                    <a:pt x="5224" y="2108199"/>
                  </a:lnTo>
                  <a:lnTo>
                    <a:pt x="2331" y="2070099"/>
                  </a:lnTo>
                  <a:lnTo>
                    <a:pt x="585" y="2019299"/>
                  </a:lnTo>
                  <a:lnTo>
                    <a:pt x="0" y="1968499"/>
                  </a:lnTo>
                  <a:lnTo>
                    <a:pt x="585" y="1917699"/>
                  </a:lnTo>
                  <a:lnTo>
                    <a:pt x="2331" y="1866899"/>
                  </a:lnTo>
                  <a:lnTo>
                    <a:pt x="5224" y="1828799"/>
                  </a:lnTo>
                  <a:lnTo>
                    <a:pt x="9252" y="1777999"/>
                  </a:lnTo>
                  <a:lnTo>
                    <a:pt x="14401" y="1727199"/>
                  </a:lnTo>
                  <a:lnTo>
                    <a:pt x="20657" y="1676399"/>
                  </a:lnTo>
                  <a:lnTo>
                    <a:pt x="28006" y="1638299"/>
                  </a:lnTo>
                  <a:lnTo>
                    <a:pt x="36437" y="1587499"/>
                  </a:lnTo>
                  <a:lnTo>
                    <a:pt x="45934" y="1549399"/>
                  </a:lnTo>
                  <a:lnTo>
                    <a:pt x="56485" y="1498599"/>
                  </a:lnTo>
                  <a:lnTo>
                    <a:pt x="68076" y="1447799"/>
                  </a:lnTo>
                  <a:lnTo>
                    <a:pt x="80693" y="1409699"/>
                  </a:lnTo>
                  <a:lnTo>
                    <a:pt x="94324" y="1358899"/>
                  </a:lnTo>
                  <a:lnTo>
                    <a:pt x="108955" y="1320799"/>
                  </a:lnTo>
                  <a:lnTo>
                    <a:pt x="124572" y="1282699"/>
                  </a:lnTo>
                  <a:lnTo>
                    <a:pt x="141163" y="1231899"/>
                  </a:lnTo>
                  <a:lnTo>
                    <a:pt x="158712" y="1193799"/>
                  </a:lnTo>
                  <a:lnTo>
                    <a:pt x="177208" y="1155699"/>
                  </a:lnTo>
                  <a:lnTo>
                    <a:pt x="196636" y="1104899"/>
                  </a:lnTo>
                  <a:lnTo>
                    <a:pt x="216984" y="1066799"/>
                  </a:lnTo>
                  <a:lnTo>
                    <a:pt x="238237" y="1028699"/>
                  </a:lnTo>
                  <a:lnTo>
                    <a:pt x="260383" y="990599"/>
                  </a:lnTo>
                  <a:lnTo>
                    <a:pt x="283408" y="952499"/>
                  </a:lnTo>
                  <a:lnTo>
                    <a:pt x="307298" y="914399"/>
                  </a:lnTo>
                  <a:lnTo>
                    <a:pt x="332040" y="876299"/>
                  </a:lnTo>
                  <a:lnTo>
                    <a:pt x="357621" y="838199"/>
                  </a:lnTo>
                  <a:lnTo>
                    <a:pt x="384027" y="800099"/>
                  </a:lnTo>
                  <a:lnTo>
                    <a:pt x="411244" y="761999"/>
                  </a:lnTo>
                  <a:lnTo>
                    <a:pt x="439260" y="736599"/>
                  </a:lnTo>
                  <a:lnTo>
                    <a:pt x="468061" y="698499"/>
                  </a:lnTo>
                  <a:lnTo>
                    <a:pt x="497634" y="660399"/>
                  </a:lnTo>
                  <a:lnTo>
                    <a:pt x="527964" y="634999"/>
                  </a:lnTo>
                  <a:lnTo>
                    <a:pt x="559039" y="596899"/>
                  </a:lnTo>
                  <a:lnTo>
                    <a:pt x="590845" y="558799"/>
                  </a:lnTo>
                  <a:lnTo>
                    <a:pt x="623368" y="533399"/>
                  </a:lnTo>
                  <a:lnTo>
                    <a:pt x="656596" y="507999"/>
                  </a:lnTo>
                  <a:lnTo>
                    <a:pt x="690515" y="469899"/>
                  </a:lnTo>
                  <a:lnTo>
                    <a:pt x="725111" y="444499"/>
                  </a:lnTo>
                  <a:lnTo>
                    <a:pt x="760371" y="419099"/>
                  </a:lnTo>
                  <a:lnTo>
                    <a:pt x="796281" y="393699"/>
                  </a:lnTo>
                  <a:lnTo>
                    <a:pt x="832829" y="368299"/>
                  </a:lnTo>
                  <a:lnTo>
                    <a:pt x="870000" y="342899"/>
                  </a:lnTo>
                  <a:lnTo>
                    <a:pt x="907782" y="317499"/>
                  </a:lnTo>
                  <a:lnTo>
                    <a:pt x="985122" y="266699"/>
                  </a:lnTo>
                  <a:lnTo>
                    <a:pt x="1024653" y="241299"/>
                  </a:lnTo>
                  <a:lnTo>
                    <a:pt x="1064741" y="228599"/>
                  </a:lnTo>
                  <a:lnTo>
                    <a:pt x="1146532" y="177799"/>
                  </a:lnTo>
                  <a:lnTo>
                    <a:pt x="1230388" y="152399"/>
                  </a:lnTo>
                  <a:lnTo>
                    <a:pt x="1273057" y="126999"/>
                  </a:lnTo>
                  <a:lnTo>
                    <a:pt x="1584309" y="38099"/>
                  </a:lnTo>
                  <a:lnTo>
                    <a:pt x="2341021" y="38099"/>
                  </a:lnTo>
                  <a:lnTo>
                    <a:pt x="2652274" y="126999"/>
                  </a:lnTo>
                  <a:lnTo>
                    <a:pt x="2694942" y="152399"/>
                  </a:lnTo>
                  <a:lnTo>
                    <a:pt x="2778798" y="177799"/>
                  </a:lnTo>
                  <a:lnTo>
                    <a:pt x="2860590" y="228599"/>
                  </a:lnTo>
                  <a:lnTo>
                    <a:pt x="2900678" y="241299"/>
                  </a:lnTo>
                  <a:lnTo>
                    <a:pt x="2940209" y="266699"/>
                  </a:lnTo>
                  <a:lnTo>
                    <a:pt x="3017549" y="317499"/>
                  </a:lnTo>
                  <a:lnTo>
                    <a:pt x="3055330" y="342899"/>
                  </a:lnTo>
                  <a:lnTo>
                    <a:pt x="3092502" y="368299"/>
                  </a:lnTo>
                  <a:lnTo>
                    <a:pt x="3129049" y="393699"/>
                  </a:lnTo>
                  <a:lnTo>
                    <a:pt x="3164960" y="419099"/>
                  </a:lnTo>
                  <a:lnTo>
                    <a:pt x="3200220" y="444499"/>
                  </a:lnTo>
                  <a:lnTo>
                    <a:pt x="3234816" y="469899"/>
                  </a:lnTo>
                  <a:lnTo>
                    <a:pt x="3268734" y="507999"/>
                  </a:lnTo>
                  <a:lnTo>
                    <a:pt x="3301962" y="533399"/>
                  </a:lnTo>
                  <a:lnTo>
                    <a:pt x="3334486" y="558799"/>
                  </a:lnTo>
                  <a:lnTo>
                    <a:pt x="3366292" y="596899"/>
                  </a:lnTo>
                  <a:lnTo>
                    <a:pt x="3397367" y="634999"/>
                  </a:lnTo>
                  <a:lnTo>
                    <a:pt x="3427697" y="660399"/>
                  </a:lnTo>
                  <a:lnTo>
                    <a:pt x="3457269" y="698499"/>
                  </a:lnTo>
                  <a:lnTo>
                    <a:pt x="3486070" y="736599"/>
                  </a:lnTo>
                  <a:lnTo>
                    <a:pt x="3514086" y="761999"/>
                  </a:lnTo>
                  <a:lnTo>
                    <a:pt x="3541304" y="800099"/>
                  </a:lnTo>
                  <a:lnTo>
                    <a:pt x="3567710" y="838199"/>
                  </a:lnTo>
                  <a:lnTo>
                    <a:pt x="3593291" y="876299"/>
                  </a:lnTo>
                  <a:lnTo>
                    <a:pt x="3618033" y="914399"/>
                  </a:lnTo>
                  <a:lnTo>
                    <a:pt x="3641923" y="952499"/>
                  </a:lnTo>
                  <a:lnTo>
                    <a:pt x="3664947" y="990599"/>
                  </a:lnTo>
                  <a:lnTo>
                    <a:pt x="3687093" y="1028699"/>
                  </a:lnTo>
                  <a:lnTo>
                    <a:pt x="3708347" y="1066799"/>
                  </a:lnTo>
                  <a:lnTo>
                    <a:pt x="3728694" y="1104899"/>
                  </a:lnTo>
                  <a:lnTo>
                    <a:pt x="3748123" y="1155699"/>
                  </a:lnTo>
                  <a:lnTo>
                    <a:pt x="3766618" y="1193799"/>
                  </a:lnTo>
                  <a:lnTo>
                    <a:pt x="3784168" y="1231899"/>
                  </a:lnTo>
                  <a:lnTo>
                    <a:pt x="3800758" y="1282699"/>
                  </a:lnTo>
                  <a:lnTo>
                    <a:pt x="3816375" y="1320799"/>
                  </a:lnTo>
                  <a:lnTo>
                    <a:pt x="3831006" y="1358899"/>
                  </a:lnTo>
                  <a:lnTo>
                    <a:pt x="3844637" y="1409699"/>
                  </a:lnTo>
                  <a:lnTo>
                    <a:pt x="3857255" y="1447799"/>
                  </a:lnTo>
                  <a:lnTo>
                    <a:pt x="3868846" y="1498599"/>
                  </a:lnTo>
                  <a:lnTo>
                    <a:pt x="3879397" y="1549399"/>
                  </a:lnTo>
                  <a:lnTo>
                    <a:pt x="3888894" y="1587499"/>
                  </a:lnTo>
                  <a:lnTo>
                    <a:pt x="3897324" y="1638299"/>
                  </a:lnTo>
                  <a:lnTo>
                    <a:pt x="3904674" y="1676399"/>
                  </a:lnTo>
                  <a:lnTo>
                    <a:pt x="3910930" y="1727199"/>
                  </a:lnTo>
                  <a:lnTo>
                    <a:pt x="3916078" y="1777999"/>
                  </a:lnTo>
                  <a:lnTo>
                    <a:pt x="3920106" y="1828799"/>
                  </a:lnTo>
                  <a:lnTo>
                    <a:pt x="3923000" y="1866899"/>
                  </a:lnTo>
                  <a:lnTo>
                    <a:pt x="3924746" y="1917699"/>
                  </a:lnTo>
                  <a:lnTo>
                    <a:pt x="3925331" y="1968499"/>
                  </a:lnTo>
                  <a:lnTo>
                    <a:pt x="3924746" y="2019299"/>
                  </a:lnTo>
                  <a:lnTo>
                    <a:pt x="3923000" y="2070099"/>
                  </a:lnTo>
                  <a:lnTo>
                    <a:pt x="3920106" y="2108199"/>
                  </a:lnTo>
                  <a:lnTo>
                    <a:pt x="3916078" y="2158999"/>
                  </a:lnTo>
                  <a:lnTo>
                    <a:pt x="3910930" y="2209799"/>
                  </a:lnTo>
                  <a:lnTo>
                    <a:pt x="3904674" y="2247899"/>
                  </a:lnTo>
                  <a:lnTo>
                    <a:pt x="3897324" y="2298699"/>
                  </a:lnTo>
                  <a:lnTo>
                    <a:pt x="3888894" y="2349499"/>
                  </a:lnTo>
                  <a:lnTo>
                    <a:pt x="3879397" y="2387599"/>
                  </a:lnTo>
                  <a:lnTo>
                    <a:pt x="3868846" y="2438399"/>
                  </a:lnTo>
                  <a:lnTo>
                    <a:pt x="3857255" y="2476499"/>
                  </a:lnTo>
                  <a:lnTo>
                    <a:pt x="3844637" y="2527299"/>
                  </a:lnTo>
                  <a:lnTo>
                    <a:pt x="3831006" y="2565399"/>
                  </a:lnTo>
                  <a:lnTo>
                    <a:pt x="3816375" y="2616199"/>
                  </a:lnTo>
                  <a:lnTo>
                    <a:pt x="3800758" y="2654299"/>
                  </a:lnTo>
                  <a:lnTo>
                    <a:pt x="3784168" y="2705099"/>
                  </a:lnTo>
                  <a:lnTo>
                    <a:pt x="3766618" y="2743199"/>
                  </a:lnTo>
                  <a:lnTo>
                    <a:pt x="3748123" y="2781299"/>
                  </a:lnTo>
                  <a:lnTo>
                    <a:pt x="3728694" y="2819399"/>
                  </a:lnTo>
                  <a:lnTo>
                    <a:pt x="3708347" y="2870199"/>
                  </a:lnTo>
                  <a:lnTo>
                    <a:pt x="3687093" y="2908299"/>
                  </a:lnTo>
                  <a:lnTo>
                    <a:pt x="3664947" y="2946399"/>
                  </a:lnTo>
                  <a:lnTo>
                    <a:pt x="3641923" y="2984499"/>
                  </a:lnTo>
                  <a:lnTo>
                    <a:pt x="3618033" y="3022599"/>
                  </a:lnTo>
                  <a:lnTo>
                    <a:pt x="3593291" y="3060699"/>
                  </a:lnTo>
                  <a:lnTo>
                    <a:pt x="3567710" y="3098799"/>
                  </a:lnTo>
                  <a:lnTo>
                    <a:pt x="3541304" y="3136899"/>
                  </a:lnTo>
                  <a:lnTo>
                    <a:pt x="3514086" y="3174999"/>
                  </a:lnTo>
                  <a:lnTo>
                    <a:pt x="3486070" y="3200399"/>
                  </a:lnTo>
                  <a:lnTo>
                    <a:pt x="3457269" y="3238499"/>
                  </a:lnTo>
                  <a:lnTo>
                    <a:pt x="3427697" y="3276599"/>
                  </a:lnTo>
                  <a:lnTo>
                    <a:pt x="3397367" y="3301999"/>
                  </a:lnTo>
                  <a:lnTo>
                    <a:pt x="3366292" y="3340099"/>
                  </a:lnTo>
                  <a:lnTo>
                    <a:pt x="3334486" y="3365499"/>
                  </a:lnTo>
                  <a:lnTo>
                    <a:pt x="3301962" y="3403599"/>
                  </a:lnTo>
                  <a:lnTo>
                    <a:pt x="3268734" y="3428999"/>
                  </a:lnTo>
                  <a:lnTo>
                    <a:pt x="3234816" y="3467099"/>
                  </a:lnTo>
                  <a:lnTo>
                    <a:pt x="3200220" y="3492499"/>
                  </a:lnTo>
                  <a:lnTo>
                    <a:pt x="3164960" y="3517899"/>
                  </a:lnTo>
                  <a:lnTo>
                    <a:pt x="3129049" y="3543299"/>
                  </a:lnTo>
                  <a:lnTo>
                    <a:pt x="3092502" y="3568699"/>
                  </a:lnTo>
                  <a:lnTo>
                    <a:pt x="3055330" y="3594099"/>
                  </a:lnTo>
                  <a:lnTo>
                    <a:pt x="3017549" y="3619499"/>
                  </a:lnTo>
                  <a:lnTo>
                    <a:pt x="2979171" y="3644899"/>
                  </a:lnTo>
                  <a:lnTo>
                    <a:pt x="2900678" y="3695699"/>
                  </a:lnTo>
                  <a:lnTo>
                    <a:pt x="2860590" y="3708399"/>
                  </a:lnTo>
                  <a:lnTo>
                    <a:pt x="2778798" y="3759199"/>
                  </a:lnTo>
                  <a:lnTo>
                    <a:pt x="2694942" y="3784599"/>
                  </a:lnTo>
                  <a:lnTo>
                    <a:pt x="2652274" y="3809999"/>
                  </a:lnTo>
                  <a:lnTo>
                    <a:pt x="2609129" y="3822699"/>
                  </a:lnTo>
                  <a:lnTo>
                    <a:pt x="2341021" y="3898899"/>
                  </a:lnTo>
                  <a:close/>
                </a:path>
                <a:path w="3925570" h="3924300">
                  <a:moveTo>
                    <a:pt x="2248455" y="3911599"/>
                  </a:moveTo>
                  <a:lnTo>
                    <a:pt x="1676876" y="3911599"/>
                  </a:lnTo>
                  <a:lnTo>
                    <a:pt x="1630409" y="3898899"/>
                  </a:lnTo>
                  <a:lnTo>
                    <a:pt x="2294922" y="3898899"/>
                  </a:lnTo>
                  <a:lnTo>
                    <a:pt x="2248455" y="3911599"/>
                  </a:lnTo>
                  <a:close/>
                </a:path>
                <a:path w="3925570" h="3924300">
                  <a:moveTo>
                    <a:pt x="2154468" y="3924299"/>
                  </a:moveTo>
                  <a:lnTo>
                    <a:pt x="1770863" y="3924299"/>
                  </a:lnTo>
                  <a:lnTo>
                    <a:pt x="1723699" y="3911599"/>
                  </a:lnTo>
                  <a:lnTo>
                    <a:pt x="2201632" y="3911599"/>
                  </a:lnTo>
                  <a:lnTo>
                    <a:pt x="2154468" y="3924299"/>
                  </a:lnTo>
                  <a:close/>
                </a:path>
              </a:pathLst>
            </a:custGeom>
            <a:solidFill>
              <a:srgbClr val="209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05087" y="5568478"/>
              <a:ext cx="3454311" cy="3454311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2607928" y="990945"/>
            <a:ext cx="3688079" cy="7740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endParaRPr sz="2000" dirty="0">
              <a:latin typeface="Arial Black"/>
              <a:cs typeface="Arial Black"/>
            </a:endParaRPr>
          </a:p>
          <a:p>
            <a:pPr marL="1321435">
              <a:lnSpc>
                <a:spcPct val="100000"/>
              </a:lnSpc>
              <a:spcBef>
                <a:spcPts val="610"/>
              </a:spcBef>
            </a:pPr>
            <a:endParaRPr sz="180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11433" y="2261926"/>
            <a:ext cx="8660765" cy="322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950" b="1" spc="-195" dirty="0">
                <a:solidFill>
                  <a:srgbClr val="20989A"/>
                </a:solidFill>
                <a:latin typeface="Trebuchet MS"/>
                <a:cs typeface="Trebuchet MS"/>
              </a:rPr>
              <a:t>T</a:t>
            </a:r>
            <a:r>
              <a:rPr sz="20950" b="1" spc="-95" dirty="0">
                <a:solidFill>
                  <a:srgbClr val="20989A"/>
                </a:solidFill>
                <a:latin typeface="Trebuchet MS"/>
                <a:cs typeface="Trebuchet MS"/>
              </a:rPr>
              <a:t>H</a:t>
            </a:r>
            <a:r>
              <a:rPr sz="20950" b="1" spc="-35" dirty="0">
                <a:solidFill>
                  <a:srgbClr val="20989A"/>
                </a:solidFill>
                <a:latin typeface="Trebuchet MS"/>
                <a:cs typeface="Trebuchet MS"/>
              </a:rPr>
              <a:t>A</a:t>
            </a:r>
            <a:r>
              <a:rPr sz="20950" b="1" spc="-55" dirty="0">
                <a:solidFill>
                  <a:srgbClr val="20989A"/>
                </a:solidFill>
                <a:latin typeface="Trebuchet MS"/>
                <a:cs typeface="Trebuchet MS"/>
              </a:rPr>
              <a:t>N</a:t>
            </a:r>
            <a:r>
              <a:rPr sz="20950" b="1" spc="750" dirty="0">
                <a:solidFill>
                  <a:srgbClr val="20989A"/>
                </a:solidFill>
                <a:latin typeface="Trebuchet MS"/>
                <a:cs typeface="Trebuchet MS"/>
              </a:rPr>
              <a:t>K</a:t>
            </a:r>
            <a:endParaRPr sz="2095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25647" y="4381501"/>
            <a:ext cx="5446551" cy="566244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950" b="1" spc="-110" dirty="0">
                <a:solidFill>
                  <a:srgbClr val="385059"/>
                </a:solidFill>
                <a:latin typeface="Trebuchet MS"/>
                <a:cs typeface="Trebuchet MS"/>
              </a:rPr>
              <a:t>Y</a:t>
            </a:r>
            <a:r>
              <a:rPr sz="20950" b="1" spc="-50" dirty="0">
                <a:solidFill>
                  <a:srgbClr val="385059"/>
                </a:solidFill>
                <a:latin typeface="Trebuchet MS"/>
                <a:cs typeface="Trebuchet MS"/>
              </a:rPr>
              <a:t>O</a:t>
            </a:r>
            <a:r>
              <a:rPr sz="20950" b="1" spc="750" dirty="0">
                <a:solidFill>
                  <a:srgbClr val="385059"/>
                </a:solidFill>
                <a:latin typeface="Trebuchet MS"/>
                <a:cs typeface="Trebuchet MS"/>
              </a:rPr>
              <a:t>U</a:t>
            </a:r>
            <a:endParaRPr sz="20950" dirty="0">
              <a:latin typeface="Trebuchet MS"/>
              <a:cs typeface="Trebuchet MS"/>
            </a:endParaRPr>
          </a:p>
          <a:p>
            <a:pPr marL="1866900">
              <a:spcBef>
                <a:spcPts val="5550"/>
              </a:spcBef>
            </a:pPr>
            <a:r>
              <a:rPr lang="en-IN" sz="40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Join</a:t>
            </a:r>
            <a:r>
              <a:rPr lang="en-IN" sz="40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  <a:r>
              <a:rPr lang="en-IN" sz="40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With us</a:t>
            </a:r>
          </a:p>
          <a:p>
            <a:pPr marL="1866900" algn="l">
              <a:lnSpc>
                <a:spcPct val="100000"/>
              </a:lnSpc>
              <a:spcBef>
                <a:spcPts val="5550"/>
              </a:spcBef>
            </a:pPr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https://provegaa.com/</a:t>
            </a:r>
            <a:endParaRPr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7965B7-9024-E57D-56DB-9A8E91B25D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290" y="383254"/>
            <a:ext cx="8226404" cy="2262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A3457C-883A-C316-CD3E-F96913A5E9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2410" y="9585608"/>
            <a:ext cx="524038" cy="540622"/>
          </a:xfrm>
          <a:prstGeom prst="rect">
            <a:avLst/>
          </a:prstGeom>
        </p:spPr>
      </p:pic>
      <p:pic>
        <p:nvPicPr>
          <p:cNvPr id="25" name="Graphic 24" descr="Receiver with solid fill">
            <a:extLst>
              <a:ext uri="{FF2B5EF4-FFF2-40B4-BE49-F238E27FC236}">
                <a16:creationId xmlns:a16="http://schemas.microsoft.com/office/drawing/2014/main" id="{DABEB7F9-643E-2DD5-D751-9E1EA21D8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68806" y="8279164"/>
            <a:ext cx="692236" cy="692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534</Words>
  <Application>Microsoft Office PowerPoint</Application>
  <PresentationFormat>Custom</PresentationFormat>
  <Paragraphs>67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Abadi</vt:lpstr>
      <vt:lpstr>ADLaM Display</vt:lpstr>
      <vt:lpstr>Aptos</vt:lpstr>
      <vt:lpstr>Arial Black</vt:lpstr>
      <vt:lpstr>Lucida Sans Unicode</vt:lpstr>
      <vt:lpstr>Tenorite</vt:lpstr>
      <vt:lpstr>Trade Gothic Next Heavy</vt:lpstr>
      <vt:lpstr>Trebuchet MS</vt:lpstr>
      <vt:lpstr>Office Theme</vt:lpstr>
      <vt:lpstr>PowerPoint Presentation</vt:lpstr>
      <vt:lpstr>INTRODUCTION</vt:lpstr>
      <vt:lpstr>HOSPITAL MANAGEMENT</vt:lpstr>
      <vt:lpstr>PATIENT MODULE</vt:lpstr>
      <vt:lpstr>Inventory Module</vt:lpstr>
      <vt:lpstr>Billing &amp; Finance</vt:lpstr>
      <vt:lpstr>Staff Management</vt:lpstr>
      <vt:lpstr>System Integration Benefits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SURAM PRANEETH</dc:creator>
  <cp:keywords>DAHHdzIlZXg,BAHHd8hega4,0</cp:keywords>
  <cp:lastModifiedBy>suram LUCKY</cp:lastModifiedBy>
  <cp:revision>9</cp:revision>
  <dcterms:created xsi:type="dcterms:W3CDTF">2026-04-21T07:55:03Z</dcterms:created>
  <dcterms:modified xsi:type="dcterms:W3CDTF">2026-04-22T06:20:24Z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2026-04-21T00:00:00Z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2026-04-21T00:00:00Z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